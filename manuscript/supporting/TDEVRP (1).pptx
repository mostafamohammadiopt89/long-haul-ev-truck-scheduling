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56" r:id="rId3"/>
    <p:sldId id="263" r:id="rId4"/>
    <p:sldId id="257" r:id="rId5"/>
    <p:sldId id="261" r:id="rId6"/>
    <p:sldId id="262" r:id="rId7"/>
    <p:sldId id="264" r:id="rId8"/>
    <p:sldId id="265" r:id="rId9"/>
    <p:sldId id="266" r:id="rId10"/>
    <p:sldId id="267" r:id="rId11"/>
    <p:sldId id="268" r:id="rId12"/>
    <p:sldId id="269" r:id="rId13"/>
    <p:sldId id="272" r:id="rId14"/>
    <p:sldId id="273" r:id="rId15"/>
    <p:sldId id="274" r:id="rId16"/>
    <p:sldId id="275" r:id="rId17"/>
    <p:sldId id="276" r:id="rId18"/>
    <p:sldId id="277" r:id="rId19"/>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4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4658"/>
  </p:normalViewPr>
  <p:slideViewPr>
    <p:cSldViewPr snapToGrid="0">
      <p:cViewPr varScale="1">
        <p:scale>
          <a:sx n="101" d="100"/>
          <a:sy n="101" d="100"/>
        </p:scale>
        <p:origin x="95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stafa Mohammadi" userId="4be62abb-9113-48a5-b812-39f634fab2ab" providerId="ADAL" clId="{1934BB17-6221-4987-81B2-E366797F7194}"/>
    <pc:docChg chg="delSld">
      <pc:chgData name="Mostafa Mohammadi" userId="4be62abb-9113-48a5-b812-39f634fab2ab" providerId="ADAL" clId="{1934BB17-6221-4987-81B2-E366797F7194}" dt="2026-01-21T09:45:03.435" v="0" actId="47"/>
      <pc:docMkLst>
        <pc:docMk/>
      </pc:docMkLst>
      <pc:sldChg chg="del">
        <pc:chgData name="Mostafa Mohammadi" userId="4be62abb-9113-48a5-b812-39f634fab2ab" providerId="ADAL" clId="{1934BB17-6221-4987-81B2-E366797F7194}" dt="2026-01-21T09:45:03.435" v="0" actId="47"/>
        <pc:sldMkLst>
          <pc:docMk/>
          <pc:sldMk cId="1177794275" sldId="27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2845D-18C9-FC58-FC85-61DD16B789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8D07F3DB-7747-6BCD-9146-4530C8BCD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B8C2DB7E-3BE6-F988-E736-96AE84CA64CD}"/>
              </a:ext>
            </a:extLst>
          </p:cNvPr>
          <p:cNvSpPr>
            <a:spLocks noGrp="1"/>
          </p:cNvSpPr>
          <p:nvPr>
            <p:ph type="dt" sz="half" idx="10"/>
          </p:nvPr>
        </p:nvSpPr>
        <p:spPr/>
        <p:txBody>
          <a:bodyPr/>
          <a:lstStyle/>
          <a:p>
            <a:fld id="{0F4B4BF9-5FF0-45E7-AD4D-3059FC10E256}" type="datetimeFigureOut">
              <a:rPr lang="nb-NO" smtClean="0"/>
              <a:t>21.01.2026</a:t>
            </a:fld>
            <a:endParaRPr lang="nb-NO" dirty="0"/>
          </a:p>
        </p:txBody>
      </p:sp>
      <p:sp>
        <p:nvSpPr>
          <p:cNvPr id="5" name="Footer Placeholder 4">
            <a:extLst>
              <a:ext uri="{FF2B5EF4-FFF2-40B4-BE49-F238E27FC236}">
                <a16:creationId xmlns:a16="http://schemas.microsoft.com/office/drawing/2014/main" id="{A2807E35-85B4-4478-7F1D-CD9CCC442D61}"/>
              </a:ext>
            </a:extLst>
          </p:cNvPr>
          <p:cNvSpPr>
            <a:spLocks noGrp="1"/>
          </p:cNvSpPr>
          <p:nvPr>
            <p:ph type="ftr" sz="quarter" idx="11"/>
          </p:nvPr>
        </p:nvSpPr>
        <p:spPr/>
        <p:txBody>
          <a:bodyPr/>
          <a:lstStyle/>
          <a:p>
            <a:endParaRPr lang="nb-NO" dirty="0"/>
          </a:p>
        </p:txBody>
      </p:sp>
      <p:sp>
        <p:nvSpPr>
          <p:cNvPr id="6" name="Slide Number Placeholder 5">
            <a:extLst>
              <a:ext uri="{FF2B5EF4-FFF2-40B4-BE49-F238E27FC236}">
                <a16:creationId xmlns:a16="http://schemas.microsoft.com/office/drawing/2014/main" id="{F3F9D761-FCC8-DB2D-CF2E-9EFFC854F089}"/>
              </a:ext>
            </a:extLst>
          </p:cNvPr>
          <p:cNvSpPr>
            <a:spLocks noGrp="1"/>
          </p:cNvSpPr>
          <p:nvPr>
            <p:ph type="sldNum" sz="quarter" idx="12"/>
          </p:nvPr>
        </p:nvSpPr>
        <p:spPr/>
        <p:txBody>
          <a:bodyPr/>
          <a:lstStyle/>
          <a:p>
            <a:fld id="{4B844D67-5588-4787-82F1-AE6EBE84C038}" type="slidenum">
              <a:rPr lang="nb-NO" smtClean="0"/>
              <a:t>‹#›</a:t>
            </a:fld>
            <a:endParaRPr lang="nb-NO" dirty="0"/>
          </a:p>
        </p:txBody>
      </p:sp>
    </p:spTree>
    <p:extLst>
      <p:ext uri="{BB962C8B-B14F-4D97-AF65-F5344CB8AC3E}">
        <p14:creationId xmlns:p14="http://schemas.microsoft.com/office/powerpoint/2010/main" val="3612845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DE966-F6B9-3E4F-0ACF-E8251DC2C79D}"/>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A0C2CA02-4C96-D607-6C3B-D31AEDD041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CDC196E-C69D-7846-CFC9-21D297A9A948}"/>
              </a:ext>
            </a:extLst>
          </p:cNvPr>
          <p:cNvSpPr>
            <a:spLocks noGrp="1"/>
          </p:cNvSpPr>
          <p:nvPr>
            <p:ph type="dt" sz="half" idx="10"/>
          </p:nvPr>
        </p:nvSpPr>
        <p:spPr/>
        <p:txBody>
          <a:bodyPr/>
          <a:lstStyle/>
          <a:p>
            <a:fld id="{0F4B4BF9-5FF0-45E7-AD4D-3059FC10E256}" type="datetimeFigureOut">
              <a:rPr lang="nb-NO" smtClean="0"/>
              <a:t>21.01.2026</a:t>
            </a:fld>
            <a:endParaRPr lang="nb-NO" dirty="0"/>
          </a:p>
        </p:txBody>
      </p:sp>
      <p:sp>
        <p:nvSpPr>
          <p:cNvPr id="5" name="Footer Placeholder 4">
            <a:extLst>
              <a:ext uri="{FF2B5EF4-FFF2-40B4-BE49-F238E27FC236}">
                <a16:creationId xmlns:a16="http://schemas.microsoft.com/office/drawing/2014/main" id="{37A51D6C-A5AB-F88C-80DC-B4B6690FB185}"/>
              </a:ext>
            </a:extLst>
          </p:cNvPr>
          <p:cNvSpPr>
            <a:spLocks noGrp="1"/>
          </p:cNvSpPr>
          <p:nvPr>
            <p:ph type="ftr" sz="quarter" idx="11"/>
          </p:nvPr>
        </p:nvSpPr>
        <p:spPr/>
        <p:txBody>
          <a:bodyPr/>
          <a:lstStyle/>
          <a:p>
            <a:endParaRPr lang="nb-NO" dirty="0"/>
          </a:p>
        </p:txBody>
      </p:sp>
      <p:sp>
        <p:nvSpPr>
          <p:cNvPr id="6" name="Slide Number Placeholder 5">
            <a:extLst>
              <a:ext uri="{FF2B5EF4-FFF2-40B4-BE49-F238E27FC236}">
                <a16:creationId xmlns:a16="http://schemas.microsoft.com/office/drawing/2014/main" id="{02075319-C937-4EB2-DB8A-9221333867AA}"/>
              </a:ext>
            </a:extLst>
          </p:cNvPr>
          <p:cNvSpPr>
            <a:spLocks noGrp="1"/>
          </p:cNvSpPr>
          <p:nvPr>
            <p:ph type="sldNum" sz="quarter" idx="12"/>
          </p:nvPr>
        </p:nvSpPr>
        <p:spPr/>
        <p:txBody>
          <a:bodyPr/>
          <a:lstStyle/>
          <a:p>
            <a:fld id="{4B844D67-5588-4787-82F1-AE6EBE84C038}" type="slidenum">
              <a:rPr lang="nb-NO" smtClean="0"/>
              <a:t>‹#›</a:t>
            </a:fld>
            <a:endParaRPr lang="nb-NO" dirty="0"/>
          </a:p>
        </p:txBody>
      </p:sp>
    </p:spTree>
    <p:extLst>
      <p:ext uri="{BB962C8B-B14F-4D97-AF65-F5344CB8AC3E}">
        <p14:creationId xmlns:p14="http://schemas.microsoft.com/office/powerpoint/2010/main" val="2971968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740D3-94C3-515F-8AE8-BE19A4EFA2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17C6F3EF-9B1E-DD40-7D35-65BF3E9510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07D764-EBC6-B1EE-EF2B-0935D1249390}"/>
              </a:ext>
            </a:extLst>
          </p:cNvPr>
          <p:cNvSpPr>
            <a:spLocks noGrp="1"/>
          </p:cNvSpPr>
          <p:nvPr>
            <p:ph type="dt" sz="half" idx="10"/>
          </p:nvPr>
        </p:nvSpPr>
        <p:spPr/>
        <p:txBody>
          <a:bodyPr/>
          <a:lstStyle/>
          <a:p>
            <a:fld id="{0F4B4BF9-5FF0-45E7-AD4D-3059FC10E256}" type="datetimeFigureOut">
              <a:rPr lang="nb-NO" smtClean="0"/>
              <a:t>21.01.2026</a:t>
            </a:fld>
            <a:endParaRPr lang="nb-NO" dirty="0"/>
          </a:p>
        </p:txBody>
      </p:sp>
      <p:sp>
        <p:nvSpPr>
          <p:cNvPr id="5" name="Footer Placeholder 4">
            <a:extLst>
              <a:ext uri="{FF2B5EF4-FFF2-40B4-BE49-F238E27FC236}">
                <a16:creationId xmlns:a16="http://schemas.microsoft.com/office/drawing/2014/main" id="{66159BF8-7F6C-9022-0DC2-791A192ECD78}"/>
              </a:ext>
            </a:extLst>
          </p:cNvPr>
          <p:cNvSpPr>
            <a:spLocks noGrp="1"/>
          </p:cNvSpPr>
          <p:nvPr>
            <p:ph type="ftr" sz="quarter" idx="11"/>
          </p:nvPr>
        </p:nvSpPr>
        <p:spPr/>
        <p:txBody>
          <a:bodyPr/>
          <a:lstStyle/>
          <a:p>
            <a:endParaRPr lang="nb-NO" dirty="0"/>
          </a:p>
        </p:txBody>
      </p:sp>
      <p:sp>
        <p:nvSpPr>
          <p:cNvPr id="6" name="Slide Number Placeholder 5">
            <a:extLst>
              <a:ext uri="{FF2B5EF4-FFF2-40B4-BE49-F238E27FC236}">
                <a16:creationId xmlns:a16="http://schemas.microsoft.com/office/drawing/2014/main" id="{8DAF572D-2A0F-238C-FDA6-086FB1B94BED}"/>
              </a:ext>
            </a:extLst>
          </p:cNvPr>
          <p:cNvSpPr>
            <a:spLocks noGrp="1"/>
          </p:cNvSpPr>
          <p:nvPr>
            <p:ph type="sldNum" sz="quarter" idx="12"/>
          </p:nvPr>
        </p:nvSpPr>
        <p:spPr/>
        <p:txBody>
          <a:bodyPr/>
          <a:lstStyle/>
          <a:p>
            <a:fld id="{4B844D67-5588-4787-82F1-AE6EBE84C038}" type="slidenum">
              <a:rPr lang="nb-NO" smtClean="0"/>
              <a:t>‹#›</a:t>
            </a:fld>
            <a:endParaRPr lang="nb-NO" dirty="0"/>
          </a:p>
        </p:txBody>
      </p:sp>
    </p:spTree>
    <p:extLst>
      <p:ext uri="{BB962C8B-B14F-4D97-AF65-F5344CB8AC3E}">
        <p14:creationId xmlns:p14="http://schemas.microsoft.com/office/powerpoint/2010/main" val="3215947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8704C-9F56-1A88-8ECC-21BE1F3FB8E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1470CB8F-2BAE-7C46-B61D-16D4456579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E963B247-EC26-94FF-AA90-EF224BCCE0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5DE1558F-07C8-B57B-635B-F82B26E829F6}"/>
              </a:ext>
            </a:extLst>
          </p:cNvPr>
          <p:cNvSpPr>
            <a:spLocks noGrp="1"/>
          </p:cNvSpPr>
          <p:nvPr>
            <p:ph type="dt" sz="half" idx="10"/>
          </p:nvPr>
        </p:nvSpPr>
        <p:spPr/>
        <p:txBody>
          <a:bodyPr/>
          <a:lstStyle/>
          <a:p>
            <a:fld id="{0F4B4BF9-5FF0-45E7-AD4D-3059FC10E256}" type="datetimeFigureOut">
              <a:rPr lang="nb-NO" smtClean="0"/>
              <a:t>21.01.2026</a:t>
            </a:fld>
            <a:endParaRPr lang="nb-NO" dirty="0"/>
          </a:p>
        </p:txBody>
      </p:sp>
      <p:sp>
        <p:nvSpPr>
          <p:cNvPr id="6" name="Footer Placeholder 5">
            <a:extLst>
              <a:ext uri="{FF2B5EF4-FFF2-40B4-BE49-F238E27FC236}">
                <a16:creationId xmlns:a16="http://schemas.microsoft.com/office/drawing/2014/main" id="{B4198C82-638C-D3E9-2B04-A6B1EAD3607F}"/>
              </a:ext>
            </a:extLst>
          </p:cNvPr>
          <p:cNvSpPr>
            <a:spLocks noGrp="1"/>
          </p:cNvSpPr>
          <p:nvPr>
            <p:ph type="ftr" sz="quarter" idx="11"/>
          </p:nvPr>
        </p:nvSpPr>
        <p:spPr/>
        <p:txBody>
          <a:bodyPr/>
          <a:lstStyle/>
          <a:p>
            <a:endParaRPr lang="nb-NO" dirty="0"/>
          </a:p>
        </p:txBody>
      </p:sp>
      <p:sp>
        <p:nvSpPr>
          <p:cNvPr id="7" name="Slide Number Placeholder 6">
            <a:extLst>
              <a:ext uri="{FF2B5EF4-FFF2-40B4-BE49-F238E27FC236}">
                <a16:creationId xmlns:a16="http://schemas.microsoft.com/office/drawing/2014/main" id="{194CDC5A-6C07-2EFB-5133-FE9D5660D035}"/>
              </a:ext>
            </a:extLst>
          </p:cNvPr>
          <p:cNvSpPr>
            <a:spLocks noGrp="1"/>
          </p:cNvSpPr>
          <p:nvPr>
            <p:ph type="sldNum" sz="quarter" idx="12"/>
          </p:nvPr>
        </p:nvSpPr>
        <p:spPr/>
        <p:txBody>
          <a:bodyPr/>
          <a:lstStyle/>
          <a:p>
            <a:fld id="{4B844D67-5588-4787-82F1-AE6EBE84C038}" type="slidenum">
              <a:rPr lang="nb-NO" smtClean="0"/>
              <a:t>‹#›</a:t>
            </a:fld>
            <a:endParaRPr lang="nb-NO" dirty="0"/>
          </a:p>
        </p:txBody>
      </p:sp>
    </p:spTree>
    <p:extLst>
      <p:ext uri="{BB962C8B-B14F-4D97-AF65-F5344CB8AC3E}">
        <p14:creationId xmlns:p14="http://schemas.microsoft.com/office/powerpoint/2010/main" val="1835254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96B83-0A95-BFB0-8F72-2233A9250832}"/>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F6725A96-A43D-5C33-D265-6CC153EFA3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BE1BDB-B7FD-6DA4-C633-A2BC14F460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926DAB8E-60E4-E277-EE0E-6801D9EB97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0C9746-F859-A39B-ED25-1026BDBEDB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80222CF3-8B2A-BE29-3A8F-33FB372E1140}"/>
              </a:ext>
            </a:extLst>
          </p:cNvPr>
          <p:cNvSpPr>
            <a:spLocks noGrp="1"/>
          </p:cNvSpPr>
          <p:nvPr>
            <p:ph type="dt" sz="half" idx="10"/>
          </p:nvPr>
        </p:nvSpPr>
        <p:spPr/>
        <p:txBody>
          <a:bodyPr/>
          <a:lstStyle/>
          <a:p>
            <a:fld id="{0F4B4BF9-5FF0-45E7-AD4D-3059FC10E256}" type="datetimeFigureOut">
              <a:rPr lang="nb-NO" smtClean="0"/>
              <a:t>21.01.2026</a:t>
            </a:fld>
            <a:endParaRPr lang="nb-NO" dirty="0"/>
          </a:p>
        </p:txBody>
      </p:sp>
      <p:sp>
        <p:nvSpPr>
          <p:cNvPr id="8" name="Footer Placeholder 7">
            <a:extLst>
              <a:ext uri="{FF2B5EF4-FFF2-40B4-BE49-F238E27FC236}">
                <a16:creationId xmlns:a16="http://schemas.microsoft.com/office/drawing/2014/main" id="{D0CA264D-5287-438F-815B-723B3364BC80}"/>
              </a:ext>
            </a:extLst>
          </p:cNvPr>
          <p:cNvSpPr>
            <a:spLocks noGrp="1"/>
          </p:cNvSpPr>
          <p:nvPr>
            <p:ph type="ftr" sz="quarter" idx="11"/>
          </p:nvPr>
        </p:nvSpPr>
        <p:spPr/>
        <p:txBody>
          <a:bodyPr/>
          <a:lstStyle/>
          <a:p>
            <a:endParaRPr lang="nb-NO" dirty="0"/>
          </a:p>
        </p:txBody>
      </p:sp>
      <p:sp>
        <p:nvSpPr>
          <p:cNvPr id="9" name="Slide Number Placeholder 8">
            <a:extLst>
              <a:ext uri="{FF2B5EF4-FFF2-40B4-BE49-F238E27FC236}">
                <a16:creationId xmlns:a16="http://schemas.microsoft.com/office/drawing/2014/main" id="{E91BB9F5-D11E-563B-80F8-CBA23DC13942}"/>
              </a:ext>
            </a:extLst>
          </p:cNvPr>
          <p:cNvSpPr>
            <a:spLocks noGrp="1"/>
          </p:cNvSpPr>
          <p:nvPr>
            <p:ph type="sldNum" sz="quarter" idx="12"/>
          </p:nvPr>
        </p:nvSpPr>
        <p:spPr/>
        <p:txBody>
          <a:bodyPr/>
          <a:lstStyle/>
          <a:p>
            <a:fld id="{4B844D67-5588-4787-82F1-AE6EBE84C038}" type="slidenum">
              <a:rPr lang="nb-NO" smtClean="0"/>
              <a:t>‹#›</a:t>
            </a:fld>
            <a:endParaRPr lang="nb-NO" dirty="0"/>
          </a:p>
        </p:txBody>
      </p:sp>
    </p:spTree>
    <p:extLst>
      <p:ext uri="{BB962C8B-B14F-4D97-AF65-F5344CB8AC3E}">
        <p14:creationId xmlns:p14="http://schemas.microsoft.com/office/powerpoint/2010/main" val="533362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94560-01A7-A9F7-DC9F-0B631EA63D1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57BC8ADB-7D2D-E210-310D-1F0933747557}"/>
              </a:ext>
            </a:extLst>
          </p:cNvPr>
          <p:cNvSpPr>
            <a:spLocks noGrp="1"/>
          </p:cNvSpPr>
          <p:nvPr>
            <p:ph type="dt" sz="half" idx="10"/>
          </p:nvPr>
        </p:nvSpPr>
        <p:spPr/>
        <p:txBody>
          <a:bodyPr/>
          <a:lstStyle/>
          <a:p>
            <a:fld id="{0F4B4BF9-5FF0-45E7-AD4D-3059FC10E256}" type="datetimeFigureOut">
              <a:rPr lang="nb-NO" smtClean="0"/>
              <a:t>21.01.2026</a:t>
            </a:fld>
            <a:endParaRPr lang="nb-NO" dirty="0"/>
          </a:p>
        </p:txBody>
      </p:sp>
      <p:sp>
        <p:nvSpPr>
          <p:cNvPr id="4" name="Footer Placeholder 3">
            <a:extLst>
              <a:ext uri="{FF2B5EF4-FFF2-40B4-BE49-F238E27FC236}">
                <a16:creationId xmlns:a16="http://schemas.microsoft.com/office/drawing/2014/main" id="{C5E5152A-4FBF-B7CF-F580-95DB1A28B793}"/>
              </a:ext>
            </a:extLst>
          </p:cNvPr>
          <p:cNvSpPr>
            <a:spLocks noGrp="1"/>
          </p:cNvSpPr>
          <p:nvPr>
            <p:ph type="ftr" sz="quarter" idx="11"/>
          </p:nvPr>
        </p:nvSpPr>
        <p:spPr/>
        <p:txBody>
          <a:bodyPr/>
          <a:lstStyle/>
          <a:p>
            <a:endParaRPr lang="nb-NO" dirty="0"/>
          </a:p>
        </p:txBody>
      </p:sp>
      <p:sp>
        <p:nvSpPr>
          <p:cNvPr id="5" name="Slide Number Placeholder 4">
            <a:extLst>
              <a:ext uri="{FF2B5EF4-FFF2-40B4-BE49-F238E27FC236}">
                <a16:creationId xmlns:a16="http://schemas.microsoft.com/office/drawing/2014/main" id="{85D053B8-36D2-957D-9600-D52D1621C110}"/>
              </a:ext>
            </a:extLst>
          </p:cNvPr>
          <p:cNvSpPr>
            <a:spLocks noGrp="1"/>
          </p:cNvSpPr>
          <p:nvPr>
            <p:ph type="sldNum" sz="quarter" idx="12"/>
          </p:nvPr>
        </p:nvSpPr>
        <p:spPr/>
        <p:txBody>
          <a:bodyPr/>
          <a:lstStyle/>
          <a:p>
            <a:fld id="{4B844D67-5588-4787-82F1-AE6EBE84C038}" type="slidenum">
              <a:rPr lang="nb-NO" smtClean="0"/>
              <a:t>‹#›</a:t>
            </a:fld>
            <a:endParaRPr lang="nb-NO" dirty="0"/>
          </a:p>
        </p:txBody>
      </p:sp>
    </p:spTree>
    <p:extLst>
      <p:ext uri="{BB962C8B-B14F-4D97-AF65-F5344CB8AC3E}">
        <p14:creationId xmlns:p14="http://schemas.microsoft.com/office/powerpoint/2010/main" val="1207653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56CE57-B6AB-0DAA-EC77-AF59DBD195DC}"/>
              </a:ext>
            </a:extLst>
          </p:cNvPr>
          <p:cNvSpPr>
            <a:spLocks noGrp="1"/>
          </p:cNvSpPr>
          <p:nvPr>
            <p:ph type="dt" sz="half" idx="10"/>
          </p:nvPr>
        </p:nvSpPr>
        <p:spPr/>
        <p:txBody>
          <a:bodyPr/>
          <a:lstStyle/>
          <a:p>
            <a:fld id="{0F4B4BF9-5FF0-45E7-AD4D-3059FC10E256}" type="datetimeFigureOut">
              <a:rPr lang="nb-NO" smtClean="0"/>
              <a:t>21.01.2026</a:t>
            </a:fld>
            <a:endParaRPr lang="nb-NO" dirty="0"/>
          </a:p>
        </p:txBody>
      </p:sp>
      <p:sp>
        <p:nvSpPr>
          <p:cNvPr id="3" name="Footer Placeholder 2">
            <a:extLst>
              <a:ext uri="{FF2B5EF4-FFF2-40B4-BE49-F238E27FC236}">
                <a16:creationId xmlns:a16="http://schemas.microsoft.com/office/drawing/2014/main" id="{5CCB9C02-6D4A-AD89-7CEB-DB86C1D033B6}"/>
              </a:ext>
            </a:extLst>
          </p:cNvPr>
          <p:cNvSpPr>
            <a:spLocks noGrp="1"/>
          </p:cNvSpPr>
          <p:nvPr>
            <p:ph type="ftr" sz="quarter" idx="11"/>
          </p:nvPr>
        </p:nvSpPr>
        <p:spPr/>
        <p:txBody>
          <a:bodyPr/>
          <a:lstStyle/>
          <a:p>
            <a:endParaRPr lang="nb-NO" dirty="0"/>
          </a:p>
        </p:txBody>
      </p:sp>
      <p:sp>
        <p:nvSpPr>
          <p:cNvPr id="4" name="Slide Number Placeholder 3">
            <a:extLst>
              <a:ext uri="{FF2B5EF4-FFF2-40B4-BE49-F238E27FC236}">
                <a16:creationId xmlns:a16="http://schemas.microsoft.com/office/drawing/2014/main" id="{8ABBDAD5-E386-99D1-46AC-81AECAF4A9EC}"/>
              </a:ext>
            </a:extLst>
          </p:cNvPr>
          <p:cNvSpPr>
            <a:spLocks noGrp="1"/>
          </p:cNvSpPr>
          <p:nvPr>
            <p:ph type="sldNum" sz="quarter" idx="12"/>
          </p:nvPr>
        </p:nvSpPr>
        <p:spPr/>
        <p:txBody>
          <a:bodyPr/>
          <a:lstStyle/>
          <a:p>
            <a:fld id="{4B844D67-5588-4787-82F1-AE6EBE84C038}" type="slidenum">
              <a:rPr lang="nb-NO" smtClean="0"/>
              <a:t>‹#›</a:t>
            </a:fld>
            <a:endParaRPr lang="nb-NO" dirty="0"/>
          </a:p>
        </p:txBody>
      </p:sp>
    </p:spTree>
    <p:extLst>
      <p:ext uri="{BB962C8B-B14F-4D97-AF65-F5344CB8AC3E}">
        <p14:creationId xmlns:p14="http://schemas.microsoft.com/office/powerpoint/2010/main" val="3023337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BCE2F-690A-0ADD-77F5-8EAC0935DD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2E66F1D2-E054-D7BE-D841-80AC526663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C1A2DCA-B135-CA39-8CD9-1CF67A0906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946BFD-BB02-41DA-8BF8-697B8D54063E}"/>
              </a:ext>
            </a:extLst>
          </p:cNvPr>
          <p:cNvSpPr>
            <a:spLocks noGrp="1"/>
          </p:cNvSpPr>
          <p:nvPr>
            <p:ph type="dt" sz="half" idx="10"/>
          </p:nvPr>
        </p:nvSpPr>
        <p:spPr/>
        <p:txBody>
          <a:bodyPr/>
          <a:lstStyle/>
          <a:p>
            <a:fld id="{0F4B4BF9-5FF0-45E7-AD4D-3059FC10E256}" type="datetimeFigureOut">
              <a:rPr lang="nb-NO" smtClean="0"/>
              <a:t>21.01.2026</a:t>
            </a:fld>
            <a:endParaRPr lang="nb-NO" dirty="0"/>
          </a:p>
        </p:txBody>
      </p:sp>
      <p:sp>
        <p:nvSpPr>
          <p:cNvPr id="6" name="Footer Placeholder 5">
            <a:extLst>
              <a:ext uri="{FF2B5EF4-FFF2-40B4-BE49-F238E27FC236}">
                <a16:creationId xmlns:a16="http://schemas.microsoft.com/office/drawing/2014/main" id="{38814265-2262-1FBC-4375-A9E30391D007}"/>
              </a:ext>
            </a:extLst>
          </p:cNvPr>
          <p:cNvSpPr>
            <a:spLocks noGrp="1"/>
          </p:cNvSpPr>
          <p:nvPr>
            <p:ph type="ftr" sz="quarter" idx="11"/>
          </p:nvPr>
        </p:nvSpPr>
        <p:spPr/>
        <p:txBody>
          <a:bodyPr/>
          <a:lstStyle/>
          <a:p>
            <a:endParaRPr lang="nb-NO" dirty="0"/>
          </a:p>
        </p:txBody>
      </p:sp>
      <p:sp>
        <p:nvSpPr>
          <p:cNvPr id="7" name="Slide Number Placeholder 6">
            <a:extLst>
              <a:ext uri="{FF2B5EF4-FFF2-40B4-BE49-F238E27FC236}">
                <a16:creationId xmlns:a16="http://schemas.microsoft.com/office/drawing/2014/main" id="{E37D65D3-67DC-4FD5-FF7E-B4D7E79F0A39}"/>
              </a:ext>
            </a:extLst>
          </p:cNvPr>
          <p:cNvSpPr>
            <a:spLocks noGrp="1"/>
          </p:cNvSpPr>
          <p:nvPr>
            <p:ph type="sldNum" sz="quarter" idx="12"/>
          </p:nvPr>
        </p:nvSpPr>
        <p:spPr/>
        <p:txBody>
          <a:bodyPr/>
          <a:lstStyle/>
          <a:p>
            <a:fld id="{4B844D67-5588-4787-82F1-AE6EBE84C038}" type="slidenum">
              <a:rPr lang="nb-NO" smtClean="0"/>
              <a:t>‹#›</a:t>
            </a:fld>
            <a:endParaRPr lang="nb-NO" dirty="0"/>
          </a:p>
        </p:txBody>
      </p:sp>
    </p:spTree>
    <p:extLst>
      <p:ext uri="{BB962C8B-B14F-4D97-AF65-F5344CB8AC3E}">
        <p14:creationId xmlns:p14="http://schemas.microsoft.com/office/powerpoint/2010/main" val="1001010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5311A-29C3-8BBF-55D1-0B99FE4144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4CF71D69-CAFF-C5DD-6D2C-D95DBD6213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dirty="0"/>
          </a:p>
        </p:txBody>
      </p:sp>
      <p:sp>
        <p:nvSpPr>
          <p:cNvPr id="4" name="Text Placeholder 3">
            <a:extLst>
              <a:ext uri="{FF2B5EF4-FFF2-40B4-BE49-F238E27FC236}">
                <a16:creationId xmlns:a16="http://schemas.microsoft.com/office/drawing/2014/main" id="{1026E0B0-765A-5A0A-2385-292189DF36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1170E2-61DF-3EDB-BAEA-39952C4E12D8}"/>
              </a:ext>
            </a:extLst>
          </p:cNvPr>
          <p:cNvSpPr>
            <a:spLocks noGrp="1"/>
          </p:cNvSpPr>
          <p:nvPr>
            <p:ph type="dt" sz="half" idx="10"/>
          </p:nvPr>
        </p:nvSpPr>
        <p:spPr/>
        <p:txBody>
          <a:bodyPr/>
          <a:lstStyle/>
          <a:p>
            <a:fld id="{0F4B4BF9-5FF0-45E7-AD4D-3059FC10E256}" type="datetimeFigureOut">
              <a:rPr lang="nb-NO" smtClean="0"/>
              <a:t>21.01.2026</a:t>
            </a:fld>
            <a:endParaRPr lang="nb-NO" dirty="0"/>
          </a:p>
        </p:txBody>
      </p:sp>
      <p:sp>
        <p:nvSpPr>
          <p:cNvPr id="6" name="Footer Placeholder 5">
            <a:extLst>
              <a:ext uri="{FF2B5EF4-FFF2-40B4-BE49-F238E27FC236}">
                <a16:creationId xmlns:a16="http://schemas.microsoft.com/office/drawing/2014/main" id="{4F91CE57-1B13-78BC-4BCE-E681A7DF4C3F}"/>
              </a:ext>
            </a:extLst>
          </p:cNvPr>
          <p:cNvSpPr>
            <a:spLocks noGrp="1"/>
          </p:cNvSpPr>
          <p:nvPr>
            <p:ph type="ftr" sz="quarter" idx="11"/>
          </p:nvPr>
        </p:nvSpPr>
        <p:spPr/>
        <p:txBody>
          <a:bodyPr/>
          <a:lstStyle/>
          <a:p>
            <a:endParaRPr lang="nb-NO" dirty="0"/>
          </a:p>
        </p:txBody>
      </p:sp>
      <p:sp>
        <p:nvSpPr>
          <p:cNvPr id="7" name="Slide Number Placeholder 6">
            <a:extLst>
              <a:ext uri="{FF2B5EF4-FFF2-40B4-BE49-F238E27FC236}">
                <a16:creationId xmlns:a16="http://schemas.microsoft.com/office/drawing/2014/main" id="{18F2471A-9765-24FC-95F8-DE096D58390F}"/>
              </a:ext>
            </a:extLst>
          </p:cNvPr>
          <p:cNvSpPr>
            <a:spLocks noGrp="1"/>
          </p:cNvSpPr>
          <p:nvPr>
            <p:ph type="sldNum" sz="quarter" idx="12"/>
          </p:nvPr>
        </p:nvSpPr>
        <p:spPr/>
        <p:txBody>
          <a:bodyPr/>
          <a:lstStyle/>
          <a:p>
            <a:fld id="{4B844D67-5588-4787-82F1-AE6EBE84C038}" type="slidenum">
              <a:rPr lang="nb-NO" smtClean="0"/>
              <a:t>‹#›</a:t>
            </a:fld>
            <a:endParaRPr lang="nb-NO" dirty="0"/>
          </a:p>
        </p:txBody>
      </p:sp>
    </p:spTree>
    <p:extLst>
      <p:ext uri="{BB962C8B-B14F-4D97-AF65-F5344CB8AC3E}">
        <p14:creationId xmlns:p14="http://schemas.microsoft.com/office/powerpoint/2010/main" val="666339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6F9B-91F9-0117-25A5-C4D343B65E55}"/>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10E72843-27AB-E846-0539-EA6F115374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DF0312A6-9E94-69F4-E881-CB4647F4E1C4}"/>
              </a:ext>
            </a:extLst>
          </p:cNvPr>
          <p:cNvSpPr>
            <a:spLocks noGrp="1"/>
          </p:cNvSpPr>
          <p:nvPr>
            <p:ph type="dt" sz="half" idx="10"/>
          </p:nvPr>
        </p:nvSpPr>
        <p:spPr/>
        <p:txBody>
          <a:bodyPr/>
          <a:lstStyle/>
          <a:p>
            <a:fld id="{0F4B4BF9-5FF0-45E7-AD4D-3059FC10E256}" type="datetimeFigureOut">
              <a:rPr lang="nb-NO" smtClean="0"/>
              <a:t>21.01.2026</a:t>
            </a:fld>
            <a:endParaRPr lang="nb-NO" dirty="0"/>
          </a:p>
        </p:txBody>
      </p:sp>
      <p:sp>
        <p:nvSpPr>
          <p:cNvPr id="5" name="Footer Placeholder 4">
            <a:extLst>
              <a:ext uri="{FF2B5EF4-FFF2-40B4-BE49-F238E27FC236}">
                <a16:creationId xmlns:a16="http://schemas.microsoft.com/office/drawing/2014/main" id="{B4299C7A-7E08-DA84-3ABC-08854DECBBD0}"/>
              </a:ext>
            </a:extLst>
          </p:cNvPr>
          <p:cNvSpPr>
            <a:spLocks noGrp="1"/>
          </p:cNvSpPr>
          <p:nvPr>
            <p:ph type="ftr" sz="quarter" idx="11"/>
          </p:nvPr>
        </p:nvSpPr>
        <p:spPr/>
        <p:txBody>
          <a:bodyPr/>
          <a:lstStyle/>
          <a:p>
            <a:endParaRPr lang="nb-NO" dirty="0"/>
          </a:p>
        </p:txBody>
      </p:sp>
      <p:sp>
        <p:nvSpPr>
          <p:cNvPr id="6" name="Slide Number Placeholder 5">
            <a:extLst>
              <a:ext uri="{FF2B5EF4-FFF2-40B4-BE49-F238E27FC236}">
                <a16:creationId xmlns:a16="http://schemas.microsoft.com/office/drawing/2014/main" id="{625EF6E5-71E9-A918-D6BD-D37C87E303DC}"/>
              </a:ext>
            </a:extLst>
          </p:cNvPr>
          <p:cNvSpPr>
            <a:spLocks noGrp="1"/>
          </p:cNvSpPr>
          <p:nvPr>
            <p:ph type="sldNum" sz="quarter" idx="12"/>
          </p:nvPr>
        </p:nvSpPr>
        <p:spPr/>
        <p:txBody>
          <a:bodyPr/>
          <a:lstStyle/>
          <a:p>
            <a:fld id="{4B844D67-5588-4787-82F1-AE6EBE84C038}" type="slidenum">
              <a:rPr lang="nb-NO" smtClean="0"/>
              <a:t>‹#›</a:t>
            </a:fld>
            <a:endParaRPr lang="nb-NO" dirty="0"/>
          </a:p>
        </p:txBody>
      </p:sp>
    </p:spTree>
    <p:extLst>
      <p:ext uri="{BB962C8B-B14F-4D97-AF65-F5344CB8AC3E}">
        <p14:creationId xmlns:p14="http://schemas.microsoft.com/office/powerpoint/2010/main" val="4137890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328F36-8644-8362-048A-B3467F80AF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73074466-81CC-E373-BED8-D51AF7A5FC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2DC26508-0944-9666-7AB3-9B695E6D078D}"/>
              </a:ext>
            </a:extLst>
          </p:cNvPr>
          <p:cNvSpPr>
            <a:spLocks noGrp="1"/>
          </p:cNvSpPr>
          <p:nvPr>
            <p:ph type="dt" sz="half" idx="10"/>
          </p:nvPr>
        </p:nvSpPr>
        <p:spPr/>
        <p:txBody>
          <a:bodyPr/>
          <a:lstStyle/>
          <a:p>
            <a:fld id="{0F4B4BF9-5FF0-45E7-AD4D-3059FC10E256}" type="datetimeFigureOut">
              <a:rPr lang="nb-NO" smtClean="0"/>
              <a:t>21.01.2026</a:t>
            </a:fld>
            <a:endParaRPr lang="nb-NO" dirty="0"/>
          </a:p>
        </p:txBody>
      </p:sp>
      <p:sp>
        <p:nvSpPr>
          <p:cNvPr id="5" name="Footer Placeholder 4">
            <a:extLst>
              <a:ext uri="{FF2B5EF4-FFF2-40B4-BE49-F238E27FC236}">
                <a16:creationId xmlns:a16="http://schemas.microsoft.com/office/drawing/2014/main" id="{3F9CEC53-634A-61BB-EBB4-5F9853D0586F}"/>
              </a:ext>
            </a:extLst>
          </p:cNvPr>
          <p:cNvSpPr>
            <a:spLocks noGrp="1"/>
          </p:cNvSpPr>
          <p:nvPr>
            <p:ph type="ftr" sz="quarter" idx="11"/>
          </p:nvPr>
        </p:nvSpPr>
        <p:spPr/>
        <p:txBody>
          <a:bodyPr/>
          <a:lstStyle/>
          <a:p>
            <a:endParaRPr lang="nb-NO" dirty="0"/>
          </a:p>
        </p:txBody>
      </p:sp>
      <p:sp>
        <p:nvSpPr>
          <p:cNvPr id="6" name="Slide Number Placeholder 5">
            <a:extLst>
              <a:ext uri="{FF2B5EF4-FFF2-40B4-BE49-F238E27FC236}">
                <a16:creationId xmlns:a16="http://schemas.microsoft.com/office/drawing/2014/main" id="{8B4CDA78-094C-3035-4B9C-44EF4549E3E8}"/>
              </a:ext>
            </a:extLst>
          </p:cNvPr>
          <p:cNvSpPr>
            <a:spLocks noGrp="1"/>
          </p:cNvSpPr>
          <p:nvPr>
            <p:ph type="sldNum" sz="quarter" idx="12"/>
          </p:nvPr>
        </p:nvSpPr>
        <p:spPr/>
        <p:txBody>
          <a:bodyPr/>
          <a:lstStyle/>
          <a:p>
            <a:fld id="{4B844D67-5588-4787-82F1-AE6EBE84C038}" type="slidenum">
              <a:rPr lang="nb-NO" smtClean="0"/>
              <a:t>‹#›</a:t>
            </a:fld>
            <a:endParaRPr lang="nb-NO" dirty="0"/>
          </a:p>
        </p:txBody>
      </p:sp>
    </p:spTree>
    <p:extLst>
      <p:ext uri="{BB962C8B-B14F-4D97-AF65-F5344CB8AC3E}">
        <p14:creationId xmlns:p14="http://schemas.microsoft.com/office/powerpoint/2010/main" val="4293478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7ACE3E-ABD3-ABC5-40F4-899794B6F6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D46E158-211C-71A8-501B-DFA6E7C664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CD81F8EE-1276-9742-50F1-F2C2605CA1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4B4BF9-5FF0-45E7-AD4D-3059FC10E256}" type="datetimeFigureOut">
              <a:rPr lang="nb-NO" smtClean="0"/>
              <a:t>21.01.2026</a:t>
            </a:fld>
            <a:endParaRPr lang="nb-NO" dirty="0"/>
          </a:p>
        </p:txBody>
      </p:sp>
      <p:sp>
        <p:nvSpPr>
          <p:cNvPr id="5" name="Footer Placeholder 4">
            <a:extLst>
              <a:ext uri="{FF2B5EF4-FFF2-40B4-BE49-F238E27FC236}">
                <a16:creationId xmlns:a16="http://schemas.microsoft.com/office/drawing/2014/main" id="{5E708339-7DC9-1655-E1B3-42A9B9E45F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dirty="0"/>
          </a:p>
        </p:txBody>
      </p:sp>
      <p:sp>
        <p:nvSpPr>
          <p:cNvPr id="6" name="Slide Number Placeholder 5">
            <a:extLst>
              <a:ext uri="{FF2B5EF4-FFF2-40B4-BE49-F238E27FC236}">
                <a16:creationId xmlns:a16="http://schemas.microsoft.com/office/drawing/2014/main" id="{E5739389-97D2-883C-325D-414A28DC08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844D67-5588-4787-82F1-AE6EBE84C038}" type="slidenum">
              <a:rPr lang="nb-NO" smtClean="0"/>
              <a:t>‹#›</a:t>
            </a:fld>
            <a:endParaRPr lang="nb-NO" dirty="0"/>
          </a:p>
        </p:txBody>
      </p:sp>
    </p:spTree>
    <p:extLst>
      <p:ext uri="{BB962C8B-B14F-4D97-AF65-F5344CB8AC3E}">
        <p14:creationId xmlns:p14="http://schemas.microsoft.com/office/powerpoint/2010/main" val="740594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BA2447-E513-536A-8D5C-0A31C5DCC43A}"/>
              </a:ext>
            </a:extLst>
          </p:cNvPr>
          <p:cNvSpPr txBox="1"/>
          <p:nvPr/>
        </p:nvSpPr>
        <p:spPr>
          <a:xfrm>
            <a:off x="1300899" y="1956426"/>
            <a:ext cx="9142553" cy="523220"/>
          </a:xfrm>
          <a:prstGeom prst="rect">
            <a:avLst/>
          </a:prstGeom>
          <a:noFill/>
        </p:spPr>
        <p:txBody>
          <a:bodyPr wrap="square">
            <a:spAutoFit/>
          </a:bodyPr>
          <a:lstStyle/>
          <a:p>
            <a:pPr algn="ctr"/>
            <a:r>
              <a:rPr lang="en-US" sz="2800" b="1" dirty="0">
                <a:latin typeface="Cambria" panose="02040503050406030204" pitchFamily="18" charset="0"/>
              </a:rPr>
              <a:t>Electric Vehicle Truck Driver Scheduling Problem</a:t>
            </a:r>
            <a:endParaRPr lang="en-IT" sz="2800" b="1" dirty="0">
              <a:latin typeface="Cambria" panose="02040503050406030204" pitchFamily="18" charset="0"/>
            </a:endParaRPr>
          </a:p>
        </p:txBody>
      </p:sp>
      <p:pic>
        <p:nvPicPr>
          <p:cNvPr id="2056" name="Picture 8" descr="A schematic representation of the Truck Driver Electric Vehicle Routing Problem (TDEVRP). The illustration includes an electric truck traveling between several nodes on a map, representing delivery locations. Charging stations are depicted at intermediate points, connected by dashed lines. The map highlights constraints like time windows and battery range, using labels and arrows to indicate optimal routes. The background is a simplified geographic landscape with warehouses, delivery points, and charging stations clearly marked.">
            <a:extLst>
              <a:ext uri="{FF2B5EF4-FFF2-40B4-BE49-F238E27FC236}">
                <a16:creationId xmlns:a16="http://schemas.microsoft.com/office/drawing/2014/main" id="{FE0B6FB3-D59F-5ED0-B608-DCD7504EE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238" y="2977977"/>
            <a:ext cx="3731741" cy="3731741"/>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A detailed diagram of the Truck Driver Electric Vehicle Routing Problem (TDEVRP), showing an electric truck navigating a network of delivery nodes and charging stations. The map highlights paths with arrows for route direction, battery range constraints, and time windows at specific nodes. Charging stations are marked with symbols, and the truck is depicted stopping at a station. The landscape includes urban and suburban areas, with a focus on logistics and optimization. A legend explains the symbols and constraints.">
            <a:extLst>
              <a:ext uri="{FF2B5EF4-FFF2-40B4-BE49-F238E27FC236}">
                <a16:creationId xmlns:a16="http://schemas.microsoft.com/office/drawing/2014/main" id="{6B29E8A1-02FA-93B0-1AB7-F876A8F1AF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8207" y="2977976"/>
            <a:ext cx="3927389" cy="3927389"/>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An advanced and visually detailed illustration of the Truck Driver Electric Vehicle Routing Problem (TDEVRP). The diagram features a network graph with nodes representing delivery locations and charging stations, connected by paths indicating optimal routes. Key details include battery levels shown along routes, charging stations marked with distinct symbols, and time constraints depicted as clocks at delivery nodes. The electric truck is stylized with energy and eco-friendly symbols, navigating urban and rural landscapes. A legend at the bottom explains route types, constraints, and symbols used in the diagram.">
            <a:extLst>
              <a:ext uri="{FF2B5EF4-FFF2-40B4-BE49-F238E27FC236}">
                <a16:creationId xmlns:a16="http://schemas.microsoft.com/office/drawing/2014/main" id="{6D122098-89AA-78E3-21EB-CC93F65C2D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2825" y="2977976"/>
            <a:ext cx="3880023" cy="3880023"/>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Norwegian University of Sciences and Technology – NTNU">
            <a:extLst>
              <a:ext uri="{FF2B5EF4-FFF2-40B4-BE49-F238E27FC236}">
                <a16:creationId xmlns:a16="http://schemas.microsoft.com/office/drawing/2014/main" id="{9CA4CC43-9DCF-1101-E0A6-96117DA6E96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2001"/>
          <a:stretch/>
        </p:blipFill>
        <p:spPr bwMode="auto">
          <a:xfrm>
            <a:off x="0" y="0"/>
            <a:ext cx="3155906" cy="1458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051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99D3C621-F53D-DC08-4140-11E8E17F23C6}"/>
              </a:ext>
            </a:extLst>
          </p:cNvPr>
          <p:cNvSpPr/>
          <p:nvPr/>
        </p:nvSpPr>
        <p:spPr>
          <a:xfrm>
            <a:off x="3347112" y="2901945"/>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 name="Oval 8">
            <a:extLst>
              <a:ext uri="{FF2B5EF4-FFF2-40B4-BE49-F238E27FC236}">
                <a16:creationId xmlns:a16="http://schemas.microsoft.com/office/drawing/2014/main" id="{5EDCB59E-7B35-720D-111C-4204025C2947}"/>
              </a:ext>
            </a:extLst>
          </p:cNvPr>
          <p:cNvSpPr/>
          <p:nvPr/>
        </p:nvSpPr>
        <p:spPr>
          <a:xfrm>
            <a:off x="7857838" y="2901945"/>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10" name="Oval 9">
            <a:extLst>
              <a:ext uri="{FF2B5EF4-FFF2-40B4-BE49-F238E27FC236}">
                <a16:creationId xmlns:a16="http://schemas.microsoft.com/office/drawing/2014/main" id="{F5534386-7E89-F338-7D90-B13FC9C552E5}"/>
              </a:ext>
            </a:extLst>
          </p:cNvPr>
          <p:cNvSpPr/>
          <p:nvPr/>
        </p:nvSpPr>
        <p:spPr>
          <a:xfrm>
            <a:off x="5602475" y="161989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1" name="Oval 10">
            <a:extLst>
              <a:ext uri="{FF2B5EF4-FFF2-40B4-BE49-F238E27FC236}">
                <a16:creationId xmlns:a16="http://schemas.microsoft.com/office/drawing/2014/main" id="{45FFCB63-3361-AF89-7398-53906B45CEC2}"/>
              </a:ext>
            </a:extLst>
          </p:cNvPr>
          <p:cNvSpPr/>
          <p:nvPr/>
        </p:nvSpPr>
        <p:spPr>
          <a:xfrm>
            <a:off x="5602475" y="4183889"/>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9" name="Straight Arrow Connector 18">
            <a:extLst>
              <a:ext uri="{FF2B5EF4-FFF2-40B4-BE49-F238E27FC236}">
                <a16:creationId xmlns:a16="http://schemas.microsoft.com/office/drawing/2014/main" id="{403990FB-96B9-5F5F-9440-31CB8432B46E}"/>
              </a:ext>
            </a:extLst>
          </p:cNvPr>
          <p:cNvCxnSpPr>
            <a:cxnSpLocks/>
            <a:stCxn id="4" idx="7"/>
            <a:endCxn id="10" idx="2"/>
          </p:cNvCxnSpPr>
          <p:nvPr/>
        </p:nvCxnSpPr>
        <p:spPr>
          <a:xfrm flipV="1">
            <a:off x="3895115" y="1911726"/>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5EF57BD-63DB-1EC1-2251-66786FBB27F6}"/>
              </a:ext>
            </a:extLst>
          </p:cNvPr>
          <p:cNvCxnSpPr>
            <a:cxnSpLocks/>
            <a:stCxn id="4" idx="5"/>
            <a:endCxn id="11" idx="2"/>
          </p:cNvCxnSpPr>
          <p:nvPr/>
        </p:nvCxnSpPr>
        <p:spPr>
          <a:xfrm>
            <a:off x="3895115" y="3400129"/>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CBE35C0-E9B5-7563-A504-2F37D88A85D0}"/>
              </a:ext>
            </a:extLst>
          </p:cNvPr>
          <p:cNvCxnSpPr>
            <a:cxnSpLocks/>
            <a:stCxn id="10" idx="6"/>
            <a:endCxn id="9" idx="1"/>
          </p:cNvCxnSpPr>
          <p:nvPr/>
        </p:nvCxnSpPr>
        <p:spPr>
          <a:xfrm>
            <a:off x="6244501" y="1911726"/>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D4D65D8B-6835-215D-AF22-2F2561134C95}"/>
              </a:ext>
            </a:extLst>
          </p:cNvPr>
          <p:cNvCxnSpPr>
            <a:cxnSpLocks/>
            <a:stCxn id="11" idx="6"/>
            <a:endCxn id="9" idx="3"/>
          </p:cNvCxnSpPr>
          <p:nvPr/>
        </p:nvCxnSpPr>
        <p:spPr>
          <a:xfrm flipV="1">
            <a:off x="6244501" y="3400129"/>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4F70FC4E-31E9-0832-A0D8-23608D8977B6}"/>
              </a:ext>
            </a:extLst>
          </p:cNvPr>
          <p:cNvCxnSpPr>
            <a:cxnSpLocks/>
            <a:stCxn id="11" idx="7"/>
            <a:endCxn id="10" idx="5"/>
          </p:cNvCxnSpPr>
          <p:nvPr/>
        </p:nvCxnSpPr>
        <p:spPr>
          <a:xfrm flipV="1">
            <a:off x="6150478" y="2118080"/>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B8B7DA79-CA4F-B154-C069-F96BF143EB35}"/>
              </a:ext>
            </a:extLst>
          </p:cNvPr>
          <p:cNvCxnSpPr>
            <a:cxnSpLocks/>
            <a:stCxn id="11" idx="0"/>
            <a:endCxn id="10" idx="4"/>
          </p:cNvCxnSpPr>
          <p:nvPr/>
        </p:nvCxnSpPr>
        <p:spPr>
          <a:xfrm flipV="1">
            <a:off x="5923488" y="2203555"/>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7B3B2F7-F757-6280-F1D6-A2977373C474}"/>
              </a:ext>
            </a:extLst>
          </p:cNvPr>
          <p:cNvCxnSpPr>
            <a:cxnSpLocks/>
            <a:stCxn id="10" idx="3"/>
            <a:endCxn id="11" idx="1"/>
          </p:cNvCxnSpPr>
          <p:nvPr/>
        </p:nvCxnSpPr>
        <p:spPr>
          <a:xfrm>
            <a:off x="5696498" y="2118080"/>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4C2E18BE-4A86-FCD9-FE9B-67F3911484E7}"/>
              </a:ext>
            </a:extLst>
          </p:cNvPr>
          <p:cNvSpPr txBox="1"/>
          <p:nvPr/>
        </p:nvSpPr>
        <p:spPr>
          <a:xfrm>
            <a:off x="5889211" y="2787214"/>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55" name="TextBox 54">
            <a:extLst>
              <a:ext uri="{FF2B5EF4-FFF2-40B4-BE49-F238E27FC236}">
                <a16:creationId xmlns:a16="http://schemas.microsoft.com/office/drawing/2014/main" id="{CFE7D412-E203-7BB7-6796-E0FFD4C431F5}"/>
              </a:ext>
            </a:extLst>
          </p:cNvPr>
          <p:cNvSpPr txBox="1"/>
          <p:nvPr/>
        </p:nvSpPr>
        <p:spPr>
          <a:xfrm>
            <a:off x="6137372" y="2802649"/>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56" name="TextBox 55">
            <a:extLst>
              <a:ext uri="{FF2B5EF4-FFF2-40B4-BE49-F238E27FC236}">
                <a16:creationId xmlns:a16="http://schemas.microsoft.com/office/drawing/2014/main" id="{28EE0B2E-FC5B-F3D9-8BB1-543B67880C68}"/>
              </a:ext>
            </a:extLst>
          </p:cNvPr>
          <p:cNvSpPr txBox="1"/>
          <p:nvPr/>
        </p:nvSpPr>
        <p:spPr>
          <a:xfrm>
            <a:off x="5626280" y="2787214"/>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57" name="TextBox 56">
            <a:extLst>
              <a:ext uri="{FF2B5EF4-FFF2-40B4-BE49-F238E27FC236}">
                <a16:creationId xmlns:a16="http://schemas.microsoft.com/office/drawing/2014/main" id="{37920EB6-4B9F-4EF9-A2DA-16F08BC15EA9}"/>
              </a:ext>
            </a:extLst>
          </p:cNvPr>
          <p:cNvSpPr txBox="1"/>
          <p:nvPr/>
        </p:nvSpPr>
        <p:spPr>
          <a:xfrm>
            <a:off x="4595310" y="2018889"/>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8" name="TextBox 57">
            <a:extLst>
              <a:ext uri="{FF2B5EF4-FFF2-40B4-BE49-F238E27FC236}">
                <a16:creationId xmlns:a16="http://schemas.microsoft.com/office/drawing/2014/main" id="{9109A34D-CBD3-1597-F7C1-01E193EF6407}"/>
              </a:ext>
            </a:extLst>
          </p:cNvPr>
          <p:cNvSpPr txBox="1"/>
          <p:nvPr/>
        </p:nvSpPr>
        <p:spPr>
          <a:xfrm>
            <a:off x="4534539" y="3917681"/>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9" name="TextBox 58">
            <a:extLst>
              <a:ext uri="{FF2B5EF4-FFF2-40B4-BE49-F238E27FC236}">
                <a16:creationId xmlns:a16="http://schemas.microsoft.com/office/drawing/2014/main" id="{843825C0-2EF8-2F27-FF5E-18801E43FD31}"/>
              </a:ext>
            </a:extLst>
          </p:cNvPr>
          <p:cNvSpPr txBox="1"/>
          <p:nvPr/>
        </p:nvSpPr>
        <p:spPr>
          <a:xfrm>
            <a:off x="7004158" y="3953679"/>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0" name="TextBox 59">
            <a:extLst>
              <a:ext uri="{FF2B5EF4-FFF2-40B4-BE49-F238E27FC236}">
                <a16:creationId xmlns:a16="http://schemas.microsoft.com/office/drawing/2014/main" id="{F0D8F5D8-4B9E-C5DC-A5A0-0C24C2025E4D}"/>
              </a:ext>
            </a:extLst>
          </p:cNvPr>
          <p:cNvSpPr txBox="1"/>
          <p:nvPr/>
        </p:nvSpPr>
        <p:spPr>
          <a:xfrm>
            <a:off x="6944041" y="2039435"/>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pic>
        <p:nvPicPr>
          <p:cNvPr id="2" name="Picture 14" descr="Norwegian University of Sciences and Technology – NTNU">
            <a:extLst>
              <a:ext uri="{FF2B5EF4-FFF2-40B4-BE49-F238E27FC236}">
                <a16:creationId xmlns:a16="http://schemas.microsoft.com/office/drawing/2014/main" id="{7387D22F-60FA-81D6-4184-E33919F748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2001"/>
          <a:stretch/>
        </p:blipFill>
        <p:spPr bwMode="auto">
          <a:xfrm>
            <a:off x="0" y="0"/>
            <a:ext cx="3155906" cy="145809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487219A-FDB2-DA16-6E57-475BC0E5F10C}"/>
              </a:ext>
            </a:extLst>
          </p:cNvPr>
          <p:cNvSpPr txBox="1"/>
          <p:nvPr/>
        </p:nvSpPr>
        <p:spPr>
          <a:xfrm>
            <a:off x="4219730" y="5483482"/>
            <a:ext cx="3732131" cy="461665"/>
          </a:xfrm>
          <a:prstGeom prst="rect">
            <a:avLst/>
          </a:prstGeom>
          <a:noFill/>
        </p:spPr>
        <p:txBody>
          <a:bodyPr wrap="square" rtlCol="0">
            <a:spAutoFit/>
          </a:bodyPr>
          <a:lstStyle/>
          <a:p>
            <a:pPr algn="ctr"/>
            <a:r>
              <a:rPr lang="en-IT" sz="2400" b="1" dirty="0">
                <a:latin typeface="Cambria" panose="02040503050406030204" pitchFamily="18" charset="0"/>
              </a:rPr>
              <a:t>Virtual Graph</a:t>
            </a:r>
          </a:p>
        </p:txBody>
      </p:sp>
    </p:spTree>
    <p:extLst>
      <p:ext uri="{BB962C8B-B14F-4D97-AF65-F5344CB8AC3E}">
        <p14:creationId xmlns:p14="http://schemas.microsoft.com/office/powerpoint/2010/main" val="968578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47A59D-5080-24ED-6562-33626E534556}"/>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2ABF3BBD-1180-D392-C581-69F1BE77F6A9}"/>
              </a:ext>
            </a:extLst>
          </p:cNvPr>
          <p:cNvSpPr/>
          <p:nvPr/>
        </p:nvSpPr>
        <p:spPr>
          <a:xfrm>
            <a:off x="387096" y="1487925"/>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 name="Oval 8">
            <a:extLst>
              <a:ext uri="{FF2B5EF4-FFF2-40B4-BE49-F238E27FC236}">
                <a16:creationId xmlns:a16="http://schemas.microsoft.com/office/drawing/2014/main" id="{B0B63639-4F19-8095-B6DD-57DBB7DBA855}"/>
              </a:ext>
            </a:extLst>
          </p:cNvPr>
          <p:cNvSpPr/>
          <p:nvPr/>
        </p:nvSpPr>
        <p:spPr>
          <a:xfrm>
            <a:off x="4897822" y="1487925"/>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10" name="Oval 9">
            <a:extLst>
              <a:ext uri="{FF2B5EF4-FFF2-40B4-BE49-F238E27FC236}">
                <a16:creationId xmlns:a16="http://schemas.microsoft.com/office/drawing/2014/main" id="{416206BB-0B34-F5C3-4EF3-A368D4C9C8AD}"/>
              </a:ext>
            </a:extLst>
          </p:cNvPr>
          <p:cNvSpPr/>
          <p:nvPr/>
        </p:nvSpPr>
        <p:spPr>
          <a:xfrm>
            <a:off x="2642459" y="20587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1" name="Oval 10">
            <a:extLst>
              <a:ext uri="{FF2B5EF4-FFF2-40B4-BE49-F238E27FC236}">
                <a16:creationId xmlns:a16="http://schemas.microsoft.com/office/drawing/2014/main" id="{8E52C75E-17B5-B177-1809-1558C1AE0311}"/>
              </a:ext>
            </a:extLst>
          </p:cNvPr>
          <p:cNvSpPr/>
          <p:nvPr/>
        </p:nvSpPr>
        <p:spPr>
          <a:xfrm>
            <a:off x="2642459" y="2769869"/>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9" name="Straight Arrow Connector 18">
            <a:extLst>
              <a:ext uri="{FF2B5EF4-FFF2-40B4-BE49-F238E27FC236}">
                <a16:creationId xmlns:a16="http://schemas.microsoft.com/office/drawing/2014/main" id="{E947EEB9-CABE-B272-A025-92C6CE632CC7}"/>
              </a:ext>
            </a:extLst>
          </p:cNvPr>
          <p:cNvCxnSpPr>
            <a:cxnSpLocks/>
            <a:stCxn id="4" idx="7"/>
            <a:endCxn id="10" idx="2"/>
          </p:cNvCxnSpPr>
          <p:nvPr/>
        </p:nvCxnSpPr>
        <p:spPr>
          <a:xfrm flipV="1">
            <a:off x="935099" y="497706"/>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AB7656E-6982-8E24-8264-FA81E9F5208C}"/>
              </a:ext>
            </a:extLst>
          </p:cNvPr>
          <p:cNvCxnSpPr>
            <a:cxnSpLocks/>
            <a:stCxn id="4" idx="5"/>
            <a:endCxn id="11" idx="2"/>
          </p:cNvCxnSpPr>
          <p:nvPr/>
        </p:nvCxnSpPr>
        <p:spPr>
          <a:xfrm>
            <a:off x="935099" y="1986109"/>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E20C3BA-B0D4-4FC9-8516-F27A9F63E47D}"/>
              </a:ext>
            </a:extLst>
          </p:cNvPr>
          <p:cNvCxnSpPr>
            <a:cxnSpLocks/>
            <a:stCxn id="10" idx="6"/>
            <a:endCxn id="9" idx="1"/>
          </p:cNvCxnSpPr>
          <p:nvPr/>
        </p:nvCxnSpPr>
        <p:spPr>
          <a:xfrm>
            <a:off x="3284485" y="497706"/>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8A8018C3-FA56-D156-2DFD-5E4134F86608}"/>
              </a:ext>
            </a:extLst>
          </p:cNvPr>
          <p:cNvCxnSpPr>
            <a:cxnSpLocks/>
            <a:stCxn id="11" idx="6"/>
            <a:endCxn id="9" idx="3"/>
          </p:cNvCxnSpPr>
          <p:nvPr/>
        </p:nvCxnSpPr>
        <p:spPr>
          <a:xfrm flipV="1">
            <a:off x="3284485" y="1986109"/>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57325B0A-21DE-70BD-0F26-18677FEA5A8E}"/>
              </a:ext>
            </a:extLst>
          </p:cNvPr>
          <p:cNvCxnSpPr>
            <a:cxnSpLocks/>
            <a:stCxn id="11" idx="7"/>
            <a:endCxn id="10" idx="5"/>
          </p:cNvCxnSpPr>
          <p:nvPr/>
        </p:nvCxnSpPr>
        <p:spPr>
          <a:xfrm flipV="1">
            <a:off x="3190462" y="704060"/>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680A5A02-923E-4631-08DC-C4E81FC996AB}"/>
              </a:ext>
            </a:extLst>
          </p:cNvPr>
          <p:cNvCxnSpPr>
            <a:cxnSpLocks/>
            <a:stCxn id="11" idx="0"/>
            <a:endCxn id="10" idx="4"/>
          </p:cNvCxnSpPr>
          <p:nvPr/>
        </p:nvCxnSpPr>
        <p:spPr>
          <a:xfrm flipV="1">
            <a:off x="2963472" y="789535"/>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1561AEE-2F01-81DB-0B2F-83C8D3E50C82}"/>
              </a:ext>
            </a:extLst>
          </p:cNvPr>
          <p:cNvCxnSpPr>
            <a:cxnSpLocks/>
            <a:stCxn id="10" idx="3"/>
            <a:endCxn id="11" idx="1"/>
          </p:cNvCxnSpPr>
          <p:nvPr/>
        </p:nvCxnSpPr>
        <p:spPr>
          <a:xfrm>
            <a:off x="2736482" y="704060"/>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1D1B5DCA-602B-2C39-9E9A-05B919C41E1C}"/>
              </a:ext>
            </a:extLst>
          </p:cNvPr>
          <p:cNvSpPr txBox="1"/>
          <p:nvPr/>
        </p:nvSpPr>
        <p:spPr>
          <a:xfrm>
            <a:off x="2929195" y="1373194"/>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55" name="TextBox 54">
            <a:extLst>
              <a:ext uri="{FF2B5EF4-FFF2-40B4-BE49-F238E27FC236}">
                <a16:creationId xmlns:a16="http://schemas.microsoft.com/office/drawing/2014/main" id="{B0DAA297-AB87-E744-B6B6-A5FBB2B63775}"/>
              </a:ext>
            </a:extLst>
          </p:cNvPr>
          <p:cNvSpPr txBox="1"/>
          <p:nvPr/>
        </p:nvSpPr>
        <p:spPr>
          <a:xfrm>
            <a:off x="3177356" y="1388629"/>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56" name="TextBox 55">
            <a:extLst>
              <a:ext uri="{FF2B5EF4-FFF2-40B4-BE49-F238E27FC236}">
                <a16:creationId xmlns:a16="http://schemas.microsoft.com/office/drawing/2014/main" id="{DEAACDC6-0CC5-C1A1-D7E4-D963D6DADDD7}"/>
              </a:ext>
            </a:extLst>
          </p:cNvPr>
          <p:cNvSpPr txBox="1"/>
          <p:nvPr/>
        </p:nvSpPr>
        <p:spPr>
          <a:xfrm>
            <a:off x="2666264" y="1373194"/>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57" name="TextBox 56">
            <a:extLst>
              <a:ext uri="{FF2B5EF4-FFF2-40B4-BE49-F238E27FC236}">
                <a16:creationId xmlns:a16="http://schemas.microsoft.com/office/drawing/2014/main" id="{CE334E3B-339B-8EAA-7D99-E004ED9F57D1}"/>
              </a:ext>
            </a:extLst>
          </p:cNvPr>
          <p:cNvSpPr txBox="1"/>
          <p:nvPr/>
        </p:nvSpPr>
        <p:spPr>
          <a:xfrm>
            <a:off x="1635294" y="604869"/>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8" name="TextBox 57">
            <a:extLst>
              <a:ext uri="{FF2B5EF4-FFF2-40B4-BE49-F238E27FC236}">
                <a16:creationId xmlns:a16="http://schemas.microsoft.com/office/drawing/2014/main" id="{8B2E3BB2-3541-4EFA-08B5-9E617B700A06}"/>
              </a:ext>
            </a:extLst>
          </p:cNvPr>
          <p:cNvSpPr txBox="1"/>
          <p:nvPr/>
        </p:nvSpPr>
        <p:spPr>
          <a:xfrm>
            <a:off x="1574523" y="2503661"/>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9" name="TextBox 58">
            <a:extLst>
              <a:ext uri="{FF2B5EF4-FFF2-40B4-BE49-F238E27FC236}">
                <a16:creationId xmlns:a16="http://schemas.microsoft.com/office/drawing/2014/main" id="{C5C264EA-5C09-E070-495C-DA0C11EA2D57}"/>
              </a:ext>
            </a:extLst>
          </p:cNvPr>
          <p:cNvSpPr txBox="1"/>
          <p:nvPr/>
        </p:nvSpPr>
        <p:spPr>
          <a:xfrm>
            <a:off x="4044142" y="2539659"/>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0" name="TextBox 59">
            <a:extLst>
              <a:ext uri="{FF2B5EF4-FFF2-40B4-BE49-F238E27FC236}">
                <a16:creationId xmlns:a16="http://schemas.microsoft.com/office/drawing/2014/main" id="{8B1BC5A0-8CCA-9647-2A3E-43C3FB87DFCC}"/>
              </a:ext>
            </a:extLst>
          </p:cNvPr>
          <p:cNvSpPr txBox="1"/>
          <p:nvPr/>
        </p:nvSpPr>
        <p:spPr>
          <a:xfrm>
            <a:off x="3984025" y="625415"/>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1" name="Oval 60">
            <a:extLst>
              <a:ext uri="{FF2B5EF4-FFF2-40B4-BE49-F238E27FC236}">
                <a16:creationId xmlns:a16="http://schemas.microsoft.com/office/drawing/2014/main" id="{1EE7128A-EFCC-DFBE-81A0-BAAA30A6843F}"/>
              </a:ext>
            </a:extLst>
          </p:cNvPr>
          <p:cNvSpPr/>
          <p:nvPr/>
        </p:nvSpPr>
        <p:spPr>
          <a:xfrm>
            <a:off x="6789466" y="155548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62" name="Oval 61">
            <a:extLst>
              <a:ext uri="{FF2B5EF4-FFF2-40B4-BE49-F238E27FC236}">
                <a16:creationId xmlns:a16="http://schemas.microsoft.com/office/drawing/2014/main" id="{F2DE3B7C-F01D-0BC2-3ACF-B49260735DA5}"/>
              </a:ext>
            </a:extLst>
          </p:cNvPr>
          <p:cNvSpPr/>
          <p:nvPr/>
        </p:nvSpPr>
        <p:spPr>
          <a:xfrm>
            <a:off x="11300192" y="155548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63" name="Oval 62">
            <a:extLst>
              <a:ext uri="{FF2B5EF4-FFF2-40B4-BE49-F238E27FC236}">
                <a16:creationId xmlns:a16="http://schemas.microsoft.com/office/drawing/2014/main" id="{DF2BA8C4-05E4-E2A9-EEB2-28A892EB985B}"/>
              </a:ext>
            </a:extLst>
          </p:cNvPr>
          <p:cNvSpPr/>
          <p:nvPr/>
        </p:nvSpPr>
        <p:spPr>
          <a:xfrm>
            <a:off x="9044829" y="273434"/>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64" name="Oval 63">
            <a:extLst>
              <a:ext uri="{FF2B5EF4-FFF2-40B4-BE49-F238E27FC236}">
                <a16:creationId xmlns:a16="http://schemas.microsoft.com/office/drawing/2014/main" id="{1688521C-CEAA-BA33-A504-0B2472B35787}"/>
              </a:ext>
            </a:extLst>
          </p:cNvPr>
          <p:cNvSpPr/>
          <p:nvPr/>
        </p:nvSpPr>
        <p:spPr>
          <a:xfrm>
            <a:off x="9044829" y="283742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65" name="Straight Arrow Connector 64">
            <a:extLst>
              <a:ext uri="{FF2B5EF4-FFF2-40B4-BE49-F238E27FC236}">
                <a16:creationId xmlns:a16="http://schemas.microsoft.com/office/drawing/2014/main" id="{918733C0-2A0E-D694-A970-1D8160C02EEF}"/>
              </a:ext>
            </a:extLst>
          </p:cNvPr>
          <p:cNvCxnSpPr>
            <a:cxnSpLocks/>
            <a:stCxn id="61" idx="7"/>
            <a:endCxn id="63" idx="2"/>
          </p:cNvCxnSpPr>
          <p:nvPr/>
        </p:nvCxnSpPr>
        <p:spPr>
          <a:xfrm flipV="1">
            <a:off x="7337469" y="565264"/>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0CE4B0C1-0726-B2E1-5444-1CBCDC6D3DDC}"/>
              </a:ext>
            </a:extLst>
          </p:cNvPr>
          <p:cNvCxnSpPr>
            <a:cxnSpLocks/>
            <a:stCxn id="61" idx="5"/>
            <a:endCxn id="64" idx="2"/>
          </p:cNvCxnSpPr>
          <p:nvPr/>
        </p:nvCxnSpPr>
        <p:spPr>
          <a:xfrm>
            <a:off x="7337469" y="2053667"/>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5749B370-AA53-C2E4-E9E0-703F2A9976D2}"/>
              </a:ext>
            </a:extLst>
          </p:cNvPr>
          <p:cNvCxnSpPr>
            <a:cxnSpLocks/>
            <a:stCxn id="63" idx="6"/>
            <a:endCxn id="62" idx="1"/>
          </p:cNvCxnSpPr>
          <p:nvPr/>
        </p:nvCxnSpPr>
        <p:spPr>
          <a:xfrm>
            <a:off x="9686855" y="565264"/>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12286793-130F-1F64-D5F1-B6A05784B35E}"/>
              </a:ext>
            </a:extLst>
          </p:cNvPr>
          <p:cNvCxnSpPr>
            <a:cxnSpLocks/>
            <a:stCxn id="64" idx="6"/>
            <a:endCxn id="62" idx="3"/>
          </p:cNvCxnSpPr>
          <p:nvPr/>
        </p:nvCxnSpPr>
        <p:spPr>
          <a:xfrm flipV="1">
            <a:off x="9686855" y="2053667"/>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5916DD2F-2D46-6BB6-A420-20DBCEE17497}"/>
              </a:ext>
            </a:extLst>
          </p:cNvPr>
          <p:cNvCxnSpPr>
            <a:cxnSpLocks/>
            <a:stCxn id="64" idx="7"/>
            <a:endCxn id="63" idx="5"/>
          </p:cNvCxnSpPr>
          <p:nvPr/>
        </p:nvCxnSpPr>
        <p:spPr>
          <a:xfrm flipV="1">
            <a:off x="9592832" y="771618"/>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F6CDE7B4-306F-0690-4E6C-7409DE1F8A1E}"/>
              </a:ext>
            </a:extLst>
          </p:cNvPr>
          <p:cNvCxnSpPr>
            <a:cxnSpLocks/>
            <a:stCxn id="64" idx="0"/>
            <a:endCxn id="63" idx="4"/>
          </p:cNvCxnSpPr>
          <p:nvPr/>
        </p:nvCxnSpPr>
        <p:spPr>
          <a:xfrm flipV="1">
            <a:off x="9365842" y="857093"/>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4FF2F166-537A-0344-FA2C-E3CB2F129784}"/>
              </a:ext>
            </a:extLst>
          </p:cNvPr>
          <p:cNvCxnSpPr>
            <a:cxnSpLocks/>
            <a:stCxn id="63" idx="3"/>
            <a:endCxn id="64" idx="1"/>
          </p:cNvCxnSpPr>
          <p:nvPr/>
        </p:nvCxnSpPr>
        <p:spPr>
          <a:xfrm>
            <a:off x="9138852" y="771618"/>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4B73B414-630F-807F-8CEC-6C5DBF1F04B3}"/>
              </a:ext>
            </a:extLst>
          </p:cNvPr>
          <p:cNvSpPr txBox="1"/>
          <p:nvPr/>
        </p:nvSpPr>
        <p:spPr>
          <a:xfrm>
            <a:off x="9331565" y="1440752"/>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73" name="TextBox 72">
            <a:extLst>
              <a:ext uri="{FF2B5EF4-FFF2-40B4-BE49-F238E27FC236}">
                <a16:creationId xmlns:a16="http://schemas.microsoft.com/office/drawing/2014/main" id="{C824E5CC-35CA-47AC-B82F-71C962AB82D7}"/>
              </a:ext>
            </a:extLst>
          </p:cNvPr>
          <p:cNvSpPr txBox="1"/>
          <p:nvPr/>
        </p:nvSpPr>
        <p:spPr>
          <a:xfrm>
            <a:off x="9579726" y="1456187"/>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74" name="TextBox 73">
            <a:extLst>
              <a:ext uri="{FF2B5EF4-FFF2-40B4-BE49-F238E27FC236}">
                <a16:creationId xmlns:a16="http://schemas.microsoft.com/office/drawing/2014/main" id="{67C57998-504D-5A27-D79A-302FB7A125C7}"/>
              </a:ext>
            </a:extLst>
          </p:cNvPr>
          <p:cNvSpPr txBox="1"/>
          <p:nvPr/>
        </p:nvSpPr>
        <p:spPr>
          <a:xfrm>
            <a:off x="9068634" y="1440752"/>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75" name="TextBox 74">
            <a:extLst>
              <a:ext uri="{FF2B5EF4-FFF2-40B4-BE49-F238E27FC236}">
                <a16:creationId xmlns:a16="http://schemas.microsoft.com/office/drawing/2014/main" id="{983947CB-33E1-9F55-19F1-33904DB51030}"/>
              </a:ext>
            </a:extLst>
          </p:cNvPr>
          <p:cNvSpPr txBox="1"/>
          <p:nvPr/>
        </p:nvSpPr>
        <p:spPr>
          <a:xfrm>
            <a:off x="8037664" y="672427"/>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6" name="TextBox 75">
            <a:extLst>
              <a:ext uri="{FF2B5EF4-FFF2-40B4-BE49-F238E27FC236}">
                <a16:creationId xmlns:a16="http://schemas.microsoft.com/office/drawing/2014/main" id="{E3C76351-D377-9321-FB28-52E655E48291}"/>
              </a:ext>
            </a:extLst>
          </p:cNvPr>
          <p:cNvSpPr txBox="1"/>
          <p:nvPr/>
        </p:nvSpPr>
        <p:spPr>
          <a:xfrm>
            <a:off x="7976893" y="2571219"/>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7" name="TextBox 76">
            <a:extLst>
              <a:ext uri="{FF2B5EF4-FFF2-40B4-BE49-F238E27FC236}">
                <a16:creationId xmlns:a16="http://schemas.microsoft.com/office/drawing/2014/main" id="{EAB86032-E046-A3D3-23A0-9C820475E235}"/>
              </a:ext>
            </a:extLst>
          </p:cNvPr>
          <p:cNvSpPr txBox="1"/>
          <p:nvPr/>
        </p:nvSpPr>
        <p:spPr>
          <a:xfrm>
            <a:off x="10446512" y="2607217"/>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78" name="TextBox 77">
            <a:extLst>
              <a:ext uri="{FF2B5EF4-FFF2-40B4-BE49-F238E27FC236}">
                <a16:creationId xmlns:a16="http://schemas.microsoft.com/office/drawing/2014/main" id="{BB5B695E-5629-AFAE-C5B0-B0DFBDDCDA79}"/>
              </a:ext>
            </a:extLst>
          </p:cNvPr>
          <p:cNvSpPr txBox="1"/>
          <p:nvPr/>
        </p:nvSpPr>
        <p:spPr>
          <a:xfrm>
            <a:off x="10386395" y="692973"/>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79" name="Oval 78">
            <a:extLst>
              <a:ext uri="{FF2B5EF4-FFF2-40B4-BE49-F238E27FC236}">
                <a16:creationId xmlns:a16="http://schemas.microsoft.com/office/drawing/2014/main" id="{3F8E00B2-2C5E-11C5-FE35-4F8FCCAB601C}"/>
              </a:ext>
            </a:extLst>
          </p:cNvPr>
          <p:cNvSpPr/>
          <p:nvPr/>
        </p:nvSpPr>
        <p:spPr>
          <a:xfrm>
            <a:off x="379237" y="4864292"/>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80" name="Oval 79">
            <a:extLst>
              <a:ext uri="{FF2B5EF4-FFF2-40B4-BE49-F238E27FC236}">
                <a16:creationId xmlns:a16="http://schemas.microsoft.com/office/drawing/2014/main" id="{B664DBC0-CD63-2167-EC1C-578500E17A9E}"/>
              </a:ext>
            </a:extLst>
          </p:cNvPr>
          <p:cNvSpPr/>
          <p:nvPr/>
        </p:nvSpPr>
        <p:spPr>
          <a:xfrm>
            <a:off x="4889963" y="4864292"/>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81" name="Oval 80">
            <a:extLst>
              <a:ext uri="{FF2B5EF4-FFF2-40B4-BE49-F238E27FC236}">
                <a16:creationId xmlns:a16="http://schemas.microsoft.com/office/drawing/2014/main" id="{AD830F7A-BABD-0E23-8B41-AA8AB1FF0AC9}"/>
              </a:ext>
            </a:extLst>
          </p:cNvPr>
          <p:cNvSpPr/>
          <p:nvPr/>
        </p:nvSpPr>
        <p:spPr>
          <a:xfrm>
            <a:off x="2634600" y="358224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82" name="Oval 81">
            <a:extLst>
              <a:ext uri="{FF2B5EF4-FFF2-40B4-BE49-F238E27FC236}">
                <a16:creationId xmlns:a16="http://schemas.microsoft.com/office/drawing/2014/main" id="{67CD9256-6DF8-343D-024F-9EDF8E188844}"/>
              </a:ext>
            </a:extLst>
          </p:cNvPr>
          <p:cNvSpPr/>
          <p:nvPr/>
        </p:nvSpPr>
        <p:spPr>
          <a:xfrm>
            <a:off x="2634600" y="614623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83" name="Straight Arrow Connector 82">
            <a:extLst>
              <a:ext uri="{FF2B5EF4-FFF2-40B4-BE49-F238E27FC236}">
                <a16:creationId xmlns:a16="http://schemas.microsoft.com/office/drawing/2014/main" id="{F43568ED-130B-BEBB-F597-281BAC656E91}"/>
              </a:ext>
            </a:extLst>
          </p:cNvPr>
          <p:cNvCxnSpPr>
            <a:cxnSpLocks/>
            <a:stCxn id="79" idx="7"/>
            <a:endCxn id="81" idx="2"/>
          </p:cNvCxnSpPr>
          <p:nvPr/>
        </p:nvCxnSpPr>
        <p:spPr>
          <a:xfrm flipV="1">
            <a:off x="927240" y="3874073"/>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5D6171A2-B2CF-66A0-2BCB-ED3A61C2CC09}"/>
              </a:ext>
            </a:extLst>
          </p:cNvPr>
          <p:cNvCxnSpPr>
            <a:cxnSpLocks/>
            <a:stCxn id="79" idx="5"/>
            <a:endCxn id="82" idx="2"/>
          </p:cNvCxnSpPr>
          <p:nvPr/>
        </p:nvCxnSpPr>
        <p:spPr>
          <a:xfrm>
            <a:off x="927240" y="5362476"/>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DD3379E5-6BD7-EE75-0A0C-9FCE68EE0FE3}"/>
              </a:ext>
            </a:extLst>
          </p:cNvPr>
          <p:cNvCxnSpPr>
            <a:cxnSpLocks/>
            <a:stCxn id="81" idx="6"/>
            <a:endCxn id="80" idx="1"/>
          </p:cNvCxnSpPr>
          <p:nvPr/>
        </p:nvCxnSpPr>
        <p:spPr>
          <a:xfrm>
            <a:off x="3276626" y="3874073"/>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540DD732-6136-3FFE-FCE5-B7E25CFDB2ED}"/>
              </a:ext>
            </a:extLst>
          </p:cNvPr>
          <p:cNvCxnSpPr>
            <a:cxnSpLocks/>
            <a:stCxn id="82" idx="6"/>
            <a:endCxn id="80" idx="3"/>
          </p:cNvCxnSpPr>
          <p:nvPr/>
        </p:nvCxnSpPr>
        <p:spPr>
          <a:xfrm flipV="1">
            <a:off x="3276626" y="5362476"/>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E1003081-1D59-02B5-E584-527A27887233}"/>
              </a:ext>
            </a:extLst>
          </p:cNvPr>
          <p:cNvCxnSpPr>
            <a:cxnSpLocks/>
            <a:stCxn id="82" idx="7"/>
            <a:endCxn id="81" idx="5"/>
          </p:cNvCxnSpPr>
          <p:nvPr/>
        </p:nvCxnSpPr>
        <p:spPr>
          <a:xfrm flipV="1">
            <a:off x="3182603" y="4080427"/>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2059DCA3-DC76-887C-FE12-F127A57F242C}"/>
              </a:ext>
            </a:extLst>
          </p:cNvPr>
          <p:cNvCxnSpPr>
            <a:cxnSpLocks/>
            <a:stCxn id="82" idx="0"/>
            <a:endCxn id="81" idx="4"/>
          </p:cNvCxnSpPr>
          <p:nvPr/>
        </p:nvCxnSpPr>
        <p:spPr>
          <a:xfrm flipV="1">
            <a:off x="2955613" y="4165902"/>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E0F600AC-7A8C-4B9C-F358-FEF6BB9398F5}"/>
              </a:ext>
            </a:extLst>
          </p:cNvPr>
          <p:cNvCxnSpPr>
            <a:cxnSpLocks/>
            <a:stCxn id="81" idx="3"/>
            <a:endCxn id="82" idx="1"/>
          </p:cNvCxnSpPr>
          <p:nvPr/>
        </p:nvCxnSpPr>
        <p:spPr>
          <a:xfrm>
            <a:off x="2728623" y="4080427"/>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6D300934-FAB1-9B4B-43B5-8648F5BCACDF}"/>
              </a:ext>
            </a:extLst>
          </p:cNvPr>
          <p:cNvSpPr txBox="1"/>
          <p:nvPr/>
        </p:nvSpPr>
        <p:spPr>
          <a:xfrm>
            <a:off x="2921336" y="4749561"/>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91" name="TextBox 90">
            <a:extLst>
              <a:ext uri="{FF2B5EF4-FFF2-40B4-BE49-F238E27FC236}">
                <a16:creationId xmlns:a16="http://schemas.microsoft.com/office/drawing/2014/main" id="{EC5D9D99-81E5-35A4-B0D9-3D36C82340B6}"/>
              </a:ext>
            </a:extLst>
          </p:cNvPr>
          <p:cNvSpPr txBox="1"/>
          <p:nvPr/>
        </p:nvSpPr>
        <p:spPr>
          <a:xfrm>
            <a:off x="3169497" y="4764996"/>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92" name="TextBox 91">
            <a:extLst>
              <a:ext uri="{FF2B5EF4-FFF2-40B4-BE49-F238E27FC236}">
                <a16:creationId xmlns:a16="http://schemas.microsoft.com/office/drawing/2014/main" id="{A78230CB-9A0D-9DA6-7966-20973320037C}"/>
              </a:ext>
            </a:extLst>
          </p:cNvPr>
          <p:cNvSpPr txBox="1"/>
          <p:nvPr/>
        </p:nvSpPr>
        <p:spPr>
          <a:xfrm>
            <a:off x="2658405" y="4749561"/>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93" name="TextBox 92">
            <a:extLst>
              <a:ext uri="{FF2B5EF4-FFF2-40B4-BE49-F238E27FC236}">
                <a16:creationId xmlns:a16="http://schemas.microsoft.com/office/drawing/2014/main" id="{F0AE3A92-939D-5E81-20ED-DBA6592A61E7}"/>
              </a:ext>
            </a:extLst>
          </p:cNvPr>
          <p:cNvSpPr txBox="1"/>
          <p:nvPr/>
        </p:nvSpPr>
        <p:spPr>
          <a:xfrm>
            <a:off x="1627435" y="3981236"/>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94" name="TextBox 93">
            <a:extLst>
              <a:ext uri="{FF2B5EF4-FFF2-40B4-BE49-F238E27FC236}">
                <a16:creationId xmlns:a16="http://schemas.microsoft.com/office/drawing/2014/main" id="{99229A4B-C034-A982-F424-ED46F442BCB2}"/>
              </a:ext>
            </a:extLst>
          </p:cNvPr>
          <p:cNvSpPr txBox="1"/>
          <p:nvPr/>
        </p:nvSpPr>
        <p:spPr>
          <a:xfrm>
            <a:off x="1566664" y="5880028"/>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95" name="TextBox 94">
            <a:extLst>
              <a:ext uri="{FF2B5EF4-FFF2-40B4-BE49-F238E27FC236}">
                <a16:creationId xmlns:a16="http://schemas.microsoft.com/office/drawing/2014/main" id="{FD6CDB96-0E1B-50AF-6197-87A050CAC158}"/>
              </a:ext>
            </a:extLst>
          </p:cNvPr>
          <p:cNvSpPr txBox="1"/>
          <p:nvPr/>
        </p:nvSpPr>
        <p:spPr>
          <a:xfrm>
            <a:off x="4036283" y="5916026"/>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96" name="TextBox 95">
            <a:extLst>
              <a:ext uri="{FF2B5EF4-FFF2-40B4-BE49-F238E27FC236}">
                <a16:creationId xmlns:a16="http://schemas.microsoft.com/office/drawing/2014/main" id="{1A211D70-CDB1-4520-E83D-9EC07A07D6C6}"/>
              </a:ext>
            </a:extLst>
          </p:cNvPr>
          <p:cNvSpPr txBox="1"/>
          <p:nvPr/>
        </p:nvSpPr>
        <p:spPr>
          <a:xfrm>
            <a:off x="3976166" y="4001782"/>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97" name="Oval 96">
            <a:extLst>
              <a:ext uri="{FF2B5EF4-FFF2-40B4-BE49-F238E27FC236}">
                <a16:creationId xmlns:a16="http://schemas.microsoft.com/office/drawing/2014/main" id="{604C7174-B227-E891-F170-E0423DBEE59B}"/>
              </a:ext>
            </a:extLst>
          </p:cNvPr>
          <p:cNvSpPr/>
          <p:nvPr/>
        </p:nvSpPr>
        <p:spPr>
          <a:xfrm>
            <a:off x="6781607" y="4931850"/>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8" name="Oval 97">
            <a:extLst>
              <a:ext uri="{FF2B5EF4-FFF2-40B4-BE49-F238E27FC236}">
                <a16:creationId xmlns:a16="http://schemas.microsoft.com/office/drawing/2014/main" id="{71286ADC-BF09-A2F5-8666-74EC0F36782B}"/>
              </a:ext>
            </a:extLst>
          </p:cNvPr>
          <p:cNvSpPr/>
          <p:nvPr/>
        </p:nvSpPr>
        <p:spPr>
          <a:xfrm>
            <a:off x="11292333" y="4931850"/>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99" name="Oval 98">
            <a:extLst>
              <a:ext uri="{FF2B5EF4-FFF2-40B4-BE49-F238E27FC236}">
                <a16:creationId xmlns:a16="http://schemas.microsoft.com/office/drawing/2014/main" id="{220EA254-4833-6E68-8130-DF070F78BAEF}"/>
              </a:ext>
            </a:extLst>
          </p:cNvPr>
          <p:cNvSpPr/>
          <p:nvPr/>
        </p:nvSpPr>
        <p:spPr>
          <a:xfrm>
            <a:off x="9036970" y="3649801"/>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00" name="Oval 99">
            <a:extLst>
              <a:ext uri="{FF2B5EF4-FFF2-40B4-BE49-F238E27FC236}">
                <a16:creationId xmlns:a16="http://schemas.microsoft.com/office/drawing/2014/main" id="{5EA4266B-F92F-B67A-5ACC-35C9BC577A13}"/>
              </a:ext>
            </a:extLst>
          </p:cNvPr>
          <p:cNvSpPr/>
          <p:nvPr/>
        </p:nvSpPr>
        <p:spPr>
          <a:xfrm>
            <a:off x="9036970" y="6213794"/>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01" name="Straight Arrow Connector 100">
            <a:extLst>
              <a:ext uri="{FF2B5EF4-FFF2-40B4-BE49-F238E27FC236}">
                <a16:creationId xmlns:a16="http://schemas.microsoft.com/office/drawing/2014/main" id="{F2070ED7-E634-FC48-CBFA-0F3851EB9879}"/>
              </a:ext>
            </a:extLst>
          </p:cNvPr>
          <p:cNvCxnSpPr>
            <a:cxnSpLocks/>
            <a:stCxn id="97" idx="7"/>
            <a:endCxn id="99" idx="2"/>
          </p:cNvCxnSpPr>
          <p:nvPr/>
        </p:nvCxnSpPr>
        <p:spPr>
          <a:xfrm flipV="1">
            <a:off x="7329610" y="3941631"/>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894C3052-E845-D19E-4CCB-C8B02A3B913B}"/>
              </a:ext>
            </a:extLst>
          </p:cNvPr>
          <p:cNvCxnSpPr>
            <a:cxnSpLocks/>
            <a:stCxn id="97" idx="5"/>
            <a:endCxn id="100" idx="2"/>
          </p:cNvCxnSpPr>
          <p:nvPr/>
        </p:nvCxnSpPr>
        <p:spPr>
          <a:xfrm>
            <a:off x="7329610" y="5430034"/>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37E5DAD7-88F0-B64D-0ED8-3A2910047AF9}"/>
              </a:ext>
            </a:extLst>
          </p:cNvPr>
          <p:cNvCxnSpPr>
            <a:cxnSpLocks/>
            <a:stCxn id="99" idx="6"/>
            <a:endCxn id="98" idx="1"/>
          </p:cNvCxnSpPr>
          <p:nvPr/>
        </p:nvCxnSpPr>
        <p:spPr>
          <a:xfrm>
            <a:off x="9678996" y="3941631"/>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23E52811-A029-6C15-61EB-5F135A75F26C}"/>
              </a:ext>
            </a:extLst>
          </p:cNvPr>
          <p:cNvCxnSpPr>
            <a:cxnSpLocks/>
            <a:stCxn id="100" idx="6"/>
            <a:endCxn id="98" idx="3"/>
          </p:cNvCxnSpPr>
          <p:nvPr/>
        </p:nvCxnSpPr>
        <p:spPr>
          <a:xfrm flipV="1">
            <a:off x="9678996" y="5430034"/>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D61B4DC0-D9F3-C9F6-6A40-D4EB8F60711D}"/>
              </a:ext>
            </a:extLst>
          </p:cNvPr>
          <p:cNvCxnSpPr>
            <a:cxnSpLocks/>
            <a:stCxn id="100" idx="7"/>
            <a:endCxn id="99" idx="5"/>
          </p:cNvCxnSpPr>
          <p:nvPr/>
        </p:nvCxnSpPr>
        <p:spPr>
          <a:xfrm flipV="1">
            <a:off x="9584973" y="4147985"/>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2C9CFE51-4F2F-46F1-624F-2164118682B0}"/>
              </a:ext>
            </a:extLst>
          </p:cNvPr>
          <p:cNvCxnSpPr>
            <a:cxnSpLocks/>
            <a:stCxn id="100" idx="0"/>
            <a:endCxn id="99" idx="4"/>
          </p:cNvCxnSpPr>
          <p:nvPr/>
        </p:nvCxnSpPr>
        <p:spPr>
          <a:xfrm flipV="1">
            <a:off x="9357983" y="4233460"/>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7" name="Straight Arrow Connector 106">
            <a:extLst>
              <a:ext uri="{FF2B5EF4-FFF2-40B4-BE49-F238E27FC236}">
                <a16:creationId xmlns:a16="http://schemas.microsoft.com/office/drawing/2014/main" id="{11A2F233-1D4F-752E-379B-74847D8D391F}"/>
              </a:ext>
            </a:extLst>
          </p:cNvPr>
          <p:cNvCxnSpPr>
            <a:cxnSpLocks/>
            <a:stCxn id="99" idx="3"/>
            <a:endCxn id="100" idx="1"/>
          </p:cNvCxnSpPr>
          <p:nvPr/>
        </p:nvCxnSpPr>
        <p:spPr>
          <a:xfrm>
            <a:off x="9130993" y="4147985"/>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08" name="TextBox 107">
            <a:extLst>
              <a:ext uri="{FF2B5EF4-FFF2-40B4-BE49-F238E27FC236}">
                <a16:creationId xmlns:a16="http://schemas.microsoft.com/office/drawing/2014/main" id="{3C890908-5912-6C2D-D4A2-3B95E0C6A3AB}"/>
              </a:ext>
            </a:extLst>
          </p:cNvPr>
          <p:cNvSpPr txBox="1"/>
          <p:nvPr/>
        </p:nvSpPr>
        <p:spPr>
          <a:xfrm>
            <a:off x="9323706" y="4817119"/>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109" name="TextBox 108">
            <a:extLst>
              <a:ext uri="{FF2B5EF4-FFF2-40B4-BE49-F238E27FC236}">
                <a16:creationId xmlns:a16="http://schemas.microsoft.com/office/drawing/2014/main" id="{33214BED-79D5-CA40-5FAA-C6B6FA4BF838}"/>
              </a:ext>
            </a:extLst>
          </p:cNvPr>
          <p:cNvSpPr txBox="1"/>
          <p:nvPr/>
        </p:nvSpPr>
        <p:spPr>
          <a:xfrm>
            <a:off x="9571867" y="4832554"/>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110" name="TextBox 109">
            <a:extLst>
              <a:ext uri="{FF2B5EF4-FFF2-40B4-BE49-F238E27FC236}">
                <a16:creationId xmlns:a16="http://schemas.microsoft.com/office/drawing/2014/main" id="{FE1C9E83-5A17-B341-40B5-2E42E39ACF5D}"/>
              </a:ext>
            </a:extLst>
          </p:cNvPr>
          <p:cNvSpPr txBox="1"/>
          <p:nvPr/>
        </p:nvSpPr>
        <p:spPr>
          <a:xfrm>
            <a:off x="9060775" y="4817119"/>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111" name="TextBox 110">
            <a:extLst>
              <a:ext uri="{FF2B5EF4-FFF2-40B4-BE49-F238E27FC236}">
                <a16:creationId xmlns:a16="http://schemas.microsoft.com/office/drawing/2014/main" id="{6469DD0E-8E7D-0ED7-77F6-C0DC6542CF82}"/>
              </a:ext>
            </a:extLst>
          </p:cNvPr>
          <p:cNvSpPr txBox="1"/>
          <p:nvPr/>
        </p:nvSpPr>
        <p:spPr>
          <a:xfrm>
            <a:off x="8029805" y="4048794"/>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112" name="TextBox 111">
            <a:extLst>
              <a:ext uri="{FF2B5EF4-FFF2-40B4-BE49-F238E27FC236}">
                <a16:creationId xmlns:a16="http://schemas.microsoft.com/office/drawing/2014/main" id="{53379183-4F9D-21FB-675A-E0291CE64C4B}"/>
              </a:ext>
            </a:extLst>
          </p:cNvPr>
          <p:cNvSpPr txBox="1"/>
          <p:nvPr/>
        </p:nvSpPr>
        <p:spPr>
          <a:xfrm>
            <a:off x="7969034" y="5947586"/>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113" name="TextBox 112">
            <a:extLst>
              <a:ext uri="{FF2B5EF4-FFF2-40B4-BE49-F238E27FC236}">
                <a16:creationId xmlns:a16="http://schemas.microsoft.com/office/drawing/2014/main" id="{6897D888-2879-9654-3F8A-5CF1153E192B}"/>
              </a:ext>
            </a:extLst>
          </p:cNvPr>
          <p:cNvSpPr txBox="1"/>
          <p:nvPr/>
        </p:nvSpPr>
        <p:spPr>
          <a:xfrm>
            <a:off x="10438653" y="5983584"/>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114" name="TextBox 113">
            <a:extLst>
              <a:ext uri="{FF2B5EF4-FFF2-40B4-BE49-F238E27FC236}">
                <a16:creationId xmlns:a16="http://schemas.microsoft.com/office/drawing/2014/main" id="{4148D53F-9DA4-7ADB-FB55-6C68368CF5FC}"/>
              </a:ext>
            </a:extLst>
          </p:cNvPr>
          <p:cNvSpPr txBox="1"/>
          <p:nvPr/>
        </p:nvSpPr>
        <p:spPr>
          <a:xfrm>
            <a:off x="10378536" y="4069340"/>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cxnSp>
        <p:nvCxnSpPr>
          <p:cNvPr id="116" name="Straight Connector 115">
            <a:extLst>
              <a:ext uri="{FF2B5EF4-FFF2-40B4-BE49-F238E27FC236}">
                <a16:creationId xmlns:a16="http://schemas.microsoft.com/office/drawing/2014/main" id="{5976AC7F-13D9-5F86-33F9-9ABFF26BD884}"/>
              </a:ext>
            </a:extLst>
          </p:cNvPr>
          <p:cNvCxnSpPr>
            <a:cxnSpLocks/>
            <a:stCxn id="61" idx="7"/>
            <a:endCxn id="63" idx="2"/>
          </p:cNvCxnSpPr>
          <p:nvPr/>
        </p:nvCxnSpPr>
        <p:spPr>
          <a:xfrm flipV="1">
            <a:off x="7337469" y="565264"/>
            <a:ext cx="1707360" cy="107569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20" name="Straight Connector 119">
            <a:extLst>
              <a:ext uri="{FF2B5EF4-FFF2-40B4-BE49-F238E27FC236}">
                <a16:creationId xmlns:a16="http://schemas.microsoft.com/office/drawing/2014/main" id="{C7C692C6-5081-9F6F-C595-D6A31BDC222C}"/>
              </a:ext>
            </a:extLst>
          </p:cNvPr>
          <p:cNvCxnSpPr>
            <a:cxnSpLocks/>
            <a:stCxn id="63" idx="3"/>
            <a:endCxn id="64" idx="1"/>
          </p:cNvCxnSpPr>
          <p:nvPr/>
        </p:nvCxnSpPr>
        <p:spPr>
          <a:xfrm>
            <a:off x="9138852" y="771618"/>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23" name="Straight Connector 122">
            <a:extLst>
              <a:ext uri="{FF2B5EF4-FFF2-40B4-BE49-F238E27FC236}">
                <a16:creationId xmlns:a16="http://schemas.microsoft.com/office/drawing/2014/main" id="{65DA20DB-F1FC-F43D-F3F6-617B6045559C}"/>
              </a:ext>
            </a:extLst>
          </p:cNvPr>
          <p:cNvCxnSpPr>
            <a:cxnSpLocks/>
            <a:stCxn id="62" idx="3"/>
            <a:endCxn id="64" idx="6"/>
          </p:cNvCxnSpPr>
          <p:nvPr/>
        </p:nvCxnSpPr>
        <p:spPr>
          <a:xfrm flipH="1">
            <a:off x="9686855" y="2053667"/>
            <a:ext cx="1707360" cy="1075590"/>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26" name="Straight Connector 125">
            <a:extLst>
              <a:ext uri="{FF2B5EF4-FFF2-40B4-BE49-F238E27FC236}">
                <a16:creationId xmlns:a16="http://schemas.microsoft.com/office/drawing/2014/main" id="{CB678D69-C297-C993-0F48-41994D073726}"/>
              </a:ext>
            </a:extLst>
          </p:cNvPr>
          <p:cNvCxnSpPr>
            <a:cxnSpLocks/>
          </p:cNvCxnSpPr>
          <p:nvPr/>
        </p:nvCxnSpPr>
        <p:spPr>
          <a:xfrm flipV="1">
            <a:off x="909808" y="3876232"/>
            <a:ext cx="1707360" cy="107569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27" name="Straight Connector 126">
            <a:extLst>
              <a:ext uri="{FF2B5EF4-FFF2-40B4-BE49-F238E27FC236}">
                <a16:creationId xmlns:a16="http://schemas.microsoft.com/office/drawing/2014/main" id="{7F22A348-0C20-D36C-AFB2-8F04639BFE3A}"/>
              </a:ext>
            </a:extLst>
          </p:cNvPr>
          <p:cNvCxnSpPr>
            <a:cxnSpLocks/>
            <a:stCxn id="81" idx="3"/>
            <a:endCxn id="82" idx="1"/>
          </p:cNvCxnSpPr>
          <p:nvPr/>
        </p:nvCxnSpPr>
        <p:spPr>
          <a:xfrm>
            <a:off x="2728623" y="4080427"/>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30" name="Straight Connector 129">
            <a:extLst>
              <a:ext uri="{FF2B5EF4-FFF2-40B4-BE49-F238E27FC236}">
                <a16:creationId xmlns:a16="http://schemas.microsoft.com/office/drawing/2014/main" id="{62E122FE-6CC5-E4E4-39B9-B55E2B277EA1}"/>
              </a:ext>
            </a:extLst>
          </p:cNvPr>
          <p:cNvCxnSpPr>
            <a:cxnSpLocks/>
            <a:stCxn id="81" idx="4"/>
            <a:endCxn id="82" idx="0"/>
          </p:cNvCxnSpPr>
          <p:nvPr/>
        </p:nvCxnSpPr>
        <p:spPr>
          <a:xfrm>
            <a:off x="2955613" y="4165902"/>
            <a:ext cx="0" cy="1980334"/>
          </a:xfrm>
          <a:prstGeom prst="line">
            <a:avLst/>
          </a:prstGeom>
          <a:ln w="66675">
            <a:solidFill>
              <a:schemeClr val="accent3">
                <a:lumMod val="40000"/>
                <a:lumOff val="6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33" name="Straight Connector 132">
            <a:extLst>
              <a:ext uri="{FF2B5EF4-FFF2-40B4-BE49-F238E27FC236}">
                <a16:creationId xmlns:a16="http://schemas.microsoft.com/office/drawing/2014/main" id="{07CDE456-C956-F9BF-F95E-D6518CD3EEA1}"/>
              </a:ext>
            </a:extLst>
          </p:cNvPr>
          <p:cNvCxnSpPr>
            <a:cxnSpLocks/>
            <a:endCxn id="82" idx="7"/>
          </p:cNvCxnSpPr>
          <p:nvPr/>
        </p:nvCxnSpPr>
        <p:spPr>
          <a:xfrm>
            <a:off x="3169497" y="4084360"/>
            <a:ext cx="13106" cy="2147351"/>
          </a:xfrm>
          <a:prstGeom prst="line">
            <a:avLst/>
          </a:prstGeom>
          <a:ln w="66675">
            <a:solidFill>
              <a:schemeClr val="accent3">
                <a:lumMod val="40000"/>
                <a:lumOff val="6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35" name="Straight Connector 134">
            <a:extLst>
              <a:ext uri="{FF2B5EF4-FFF2-40B4-BE49-F238E27FC236}">
                <a16:creationId xmlns:a16="http://schemas.microsoft.com/office/drawing/2014/main" id="{154F2E55-5B2B-35CA-8E74-AEF32CD6E518}"/>
              </a:ext>
            </a:extLst>
          </p:cNvPr>
          <p:cNvCxnSpPr>
            <a:cxnSpLocks/>
          </p:cNvCxnSpPr>
          <p:nvPr/>
        </p:nvCxnSpPr>
        <p:spPr>
          <a:xfrm>
            <a:off x="9138852" y="4115438"/>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36" name="Straight Connector 135">
            <a:extLst>
              <a:ext uri="{FF2B5EF4-FFF2-40B4-BE49-F238E27FC236}">
                <a16:creationId xmlns:a16="http://schemas.microsoft.com/office/drawing/2014/main" id="{AFF99938-CADE-9FFB-B544-63F5A6EB32F4}"/>
              </a:ext>
            </a:extLst>
          </p:cNvPr>
          <p:cNvCxnSpPr>
            <a:cxnSpLocks/>
          </p:cNvCxnSpPr>
          <p:nvPr/>
        </p:nvCxnSpPr>
        <p:spPr>
          <a:xfrm>
            <a:off x="9365842" y="4200913"/>
            <a:ext cx="0" cy="1980334"/>
          </a:xfrm>
          <a:prstGeom prst="line">
            <a:avLst/>
          </a:prstGeom>
          <a:ln w="66675">
            <a:solidFill>
              <a:schemeClr val="accent3">
                <a:lumMod val="40000"/>
                <a:lumOff val="6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37" name="Straight Connector 136">
            <a:extLst>
              <a:ext uri="{FF2B5EF4-FFF2-40B4-BE49-F238E27FC236}">
                <a16:creationId xmlns:a16="http://schemas.microsoft.com/office/drawing/2014/main" id="{BBE06A9C-0C15-A28C-BA9A-46AA015CA512}"/>
              </a:ext>
            </a:extLst>
          </p:cNvPr>
          <p:cNvCxnSpPr>
            <a:cxnSpLocks/>
          </p:cNvCxnSpPr>
          <p:nvPr/>
        </p:nvCxnSpPr>
        <p:spPr>
          <a:xfrm>
            <a:off x="9579726" y="4119371"/>
            <a:ext cx="13106" cy="2147351"/>
          </a:xfrm>
          <a:prstGeom prst="line">
            <a:avLst/>
          </a:prstGeom>
          <a:ln w="66675">
            <a:solidFill>
              <a:schemeClr val="accent3">
                <a:lumMod val="40000"/>
                <a:lumOff val="6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38" name="Straight Connector 137">
            <a:extLst>
              <a:ext uri="{FF2B5EF4-FFF2-40B4-BE49-F238E27FC236}">
                <a16:creationId xmlns:a16="http://schemas.microsoft.com/office/drawing/2014/main" id="{CE93B354-43CF-B20B-6118-21755CECEB75}"/>
              </a:ext>
            </a:extLst>
          </p:cNvPr>
          <p:cNvCxnSpPr>
            <a:cxnSpLocks/>
            <a:stCxn id="97" idx="5"/>
            <a:endCxn id="100" idx="2"/>
          </p:cNvCxnSpPr>
          <p:nvPr/>
        </p:nvCxnSpPr>
        <p:spPr>
          <a:xfrm>
            <a:off x="7329610" y="5430034"/>
            <a:ext cx="1707360" cy="1075590"/>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41" name="Straight Connector 140">
            <a:extLst>
              <a:ext uri="{FF2B5EF4-FFF2-40B4-BE49-F238E27FC236}">
                <a16:creationId xmlns:a16="http://schemas.microsoft.com/office/drawing/2014/main" id="{F9233007-9EBA-339C-80CD-D35C6D0F8F98}"/>
              </a:ext>
            </a:extLst>
          </p:cNvPr>
          <p:cNvCxnSpPr>
            <a:cxnSpLocks/>
            <a:stCxn id="98" idx="3"/>
            <a:endCxn id="100" idx="6"/>
          </p:cNvCxnSpPr>
          <p:nvPr/>
        </p:nvCxnSpPr>
        <p:spPr>
          <a:xfrm flipH="1">
            <a:off x="9678996" y="5430034"/>
            <a:ext cx="1707360" cy="1075590"/>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813054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7FE63-B3F4-E26A-769B-564CBF50CC68}"/>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AE4977F2-D86F-CCE7-EF3B-C45E6BAE5E90}"/>
              </a:ext>
            </a:extLst>
          </p:cNvPr>
          <p:cNvSpPr/>
          <p:nvPr/>
        </p:nvSpPr>
        <p:spPr>
          <a:xfrm>
            <a:off x="387096" y="222321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mbria" panose="02040503050406030204" pitchFamily="18" charset="0"/>
              </a:rPr>
              <a:t>n</a:t>
            </a:r>
            <a:endParaRPr lang="nb-NO" dirty="0">
              <a:solidFill>
                <a:schemeClr val="tx1"/>
              </a:solidFill>
              <a:latin typeface="Cambria" panose="02040503050406030204" pitchFamily="18" charset="0"/>
            </a:endParaRPr>
          </a:p>
        </p:txBody>
      </p:sp>
      <p:sp>
        <p:nvSpPr>
          <p:cNvPr id="9" name="Oval 8">
            <a:extLst>
              <a:ext uri="{FF2B5EF4-FFF2-40B4-BE49-F238E27FC236}">
                <a16:creationId xmlns:a16="http://schemas.microsoft.com/office/drawing/2014/main" id="{8A8FB133-C9BA-DD15-5C30-737CC3522EE1}"/>
              </a:ext>
            </a:extLst>
          </p:cNvPr>
          <p:cNvSpPr/>
          <p:nvPr/>
        </p:nvSpPr>
        <p:spPr>
          <a:xfrm>
            <a:off x="4897822" y="222321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mbria" panose="02040503050406030204" pitchFamily="18" charset="0"/>
              </a:rPr>
              <a:t>m</a:t>
            </a:r>
          </a:p>
        </p:txBody>
      </p:sp>
      <p:sp>
        <p:nvSpPr>
          <p:cNvPr id="10" name="Oval 9">
            <a:extLst>
              <a:ext uri="{FF2B5EF4-FFF2-40B4-BE49-F238E27FC236}">
                <a16:creationId xmlns:a16="http://schemas.microsoft.com/office/drawing/2014/main" id="{C90DC959-ECFC-234C-7EA7-3F9F405AE84F}"/>
              </a:ext>
            </a:extLst>
          </p:cNvPr>
          <p:cNvSpPr/>
          <p:nvPr/>
        </p:nvSpPr>
        <p:spPr>
          <a:xfrm>
            <a:off x="2642459" y="94116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mbria" panose="02040503050406030204" pitchFamily="18" charset="0"/>
              </a:rPr>
              <a:t>fit</a:t>
            </a:r>
            <a:endParaRPr lang="nb-NO" sz="1200" dirty="0">
              <a:solidFill>
                <a:schemeClr val="tx1"/>
              </a:solidFill>
              <a:latin typeface="Cambria" panose="02040503050406030204" pitchFamily="18" charset="0"/>
            </a:endParaRPr>
          </a:p>
        </p:txBody>
      </p:sp>
      <p:sp>
        <p:nvSpPr>
          <p:cNvPr id="11" name="Oval 10">
            <a:extLst>
              <a:ext uri="{FF2B5EF4-FFF2-40B4-BE49-F238E27FC236}">
                <a16:creationId xmlns:a16="http://schemas.microsoft.com/office/drawing/2014/main" id="{6B6564CC-F2FD-DF14-A6BD-7E8ED2BB7428}"/>
              </a:ext>
            </a:extLst>
          </p:cNvPr>
          <p:cNvSpPr/>
          <p:nvPr/>
        </p:nvSpPr>
        <p:spPr>
          <a:xfrm>
            <a:off x="2642459" y="3505160"/>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mbria" panose="02040503050406030204" pitchFamily="18" charset="0"/>
              </a:rPr>
              <a:t>dull</a:t>
            </a:r>
            <a:endParaRPr lang="nb-NO" dirty="0">
              <a:solidFill>
                <a:schemeClr val="tx1"/>
              </a:solidFill>
              <a:latin typeface="Cambria" panose="02040503050406030204" pitchFamily="18" charset="0"/>
            </a:endParaRPr>
          </a:p>
        </p:txBody>
      </p:sp>
      <p:cxnSp>
        <p:nvCxnSpPr>
          <p:cNvPr id="19" name="Straight Arrow Connector 18">
            <a:extLst>
              <a:ext uri="{FF2B5EF4-FFF2-40B4-BE49-F238E27FC236}">
                <a16:creationId xmlns:a16="http://schemas.microsoft.com/office/drawing/2014/main" id="{7FA28C06-D726-973D-562B-F0F8DB52CB5F}"/>
              </a:ext>
            </a:extLst>
          </p:cNvPr>
          <p:cNvCxnSpPr>
            <a:cxnSpLocks/>
            <a:stCxn id="4" idx="7"/>
            <a:endCxn id="10" idx="2"/>
          </p:cNvCxnSpPr>
          <p:nvPr/>
        </p:nvCxnSpPr>
        <p:spPr>
          <a:xfrm flipV="1">
            <a:off x="935099" y="1232997"/>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AE8BE13-7872-F6D7-A753-0AEB52A0FA7E}"/>
              </a:ext>
            </a:extLst>
          </p:cNvPr>
          <p:cNvCxnSpPr>
            <a:cxnSpLocks/>
            <a:stCxn id="4" idx="5"/>
            <a:endCxn id="11" idx="2"/>
          </p:cNvCxnSpPr>
          <p:nvPr/>
        </p:nvCxnSpPr>
        <p:spPr>
          <a:xfrm>
            <a:off x="935099" y="2721400"/>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2AFD574D-8859-881C-28B8-F47CE137E3D9}"/>
              </a:ext>
            </a:extLst>
          </p:cNvPr>
          <p:cNvCxnSpPr>
            <a:cxnSpLocks/>
            <a:stCxn id="10" idx="6"/>
            <a:endCxn id="9" idx="1"/>
          </p:cNvCxnSpPr>
          <p:nvPr/>
        </p:nvCxnSpPr>
        <p:spPr>
          <a:xfrm>
            <a:off x="3284485" y="1232997"/>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DFF6B81E-28E6-F48F-D21E-2A412ADF7205}"/>
              </a:ext>
            </a:extLst>
          </p:cNvPr>
          <p:cNvCxnSpPr>
            <a:cxnSpLocks/>
            <a:stCxn id="11" idx="6"/>
            <a:endCxn id="9" idx="3"/>
          </p:cNvCxnSpPr>
          <p:nvPr/>
        </p:nvCxnSpPr>
        <p:spPr>
          <a:xfrm flipV="1">
            <a:off x="3284485" y="2721400"/>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F3BD7ABB-CDE9-C314-BB58-206EF4FA262B}"/>
              </a:ext>
            </a:extLst>
          </p:cNvPr>
          <p:cNvCxnSpPr>
            <a:cxnSpLocks/>
            <a:stCxn id="11" idx="7"/>
            <a:endCxn id="10" idx="5"/>
          </p:cNvCxnSpPr>
          <p:nvPr/>
        </p:nvCxnSpPr>
        <p:spPr>
          <a:xfrm flipV="1">
            <a:off x="3190462" y="1439351"/>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66AD2D55-0C62-BC17-E4E2-ABC0B6732D32}"/>
              </a:ext>
            </a:extLst>
          </p:cNvPr>
          <p:cNvCxnSpPr>
            <a:cxnSpLocks/>
            <a:stCxn id="11" idx="0"/>
            <a:endCxn id="10" idx="4"/>
          </p:cNvCxnSpPr>
          <p:nvPr/>
        </p:nvCxnSpPr>
        <p:spPr>
          <a:xfrm flipV="1">
            <a:off x="2963472" y="1524826"/>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E97E9061-1D36-D8B6-3B11-25C32FE6CFB3}"/>
              </a:ext>
            </a:extLst>
          </p:cNvPr>
          <p:cNvCxnSpPr>
            <a:cxnSpLocks/>
            <a:stCxn id="10" idx="3"/>
            <a:endCxn id="11" idx="1"/>
          </p:cNvCxnSpPr>
          <p:nvPr/>
        </p:nvCxnSpPr>
        <p:spPr>
          <a:xfrm>
            <a:off x="2736482" y="1439351"/>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6DC2E085-FCA1-E535-A141-ACFB4F44ED59}"/>
              </a:ext>
            </a:extLst>
          </p:cNvPr>
          <p:cNvSpPr txBox="1"/>
          <p:nvPr/>
        </p:nvSpPr>
        <p:spPr>
          <a:xfrm>
            <a:off x="2929195" y="2108485"/>
            <a:ext cx="308279" cy="369332"/>
          </a:xfrm>
          <a:prstGeom prst="rect">
            <a:avLst/>
          </a:prstGeom>
          <a:noFill/>
        </p:spPr>
        <p:txBody>
          <a:bodyPr wrap="square">
            <a:spAutoFit/>
          </a:bodyPr>
          <a:lstStyle/>
          <a:p>
            <a:pPr algn="ctr"/>
            <a:r>
              <a:rPr lang="en-US" dirty="0">
                <a:solidFill>
                  <a:schemeClr val="tx1"/>
                </a:solidFill>
                <a:latin typeface="Cambria" panose="02040503050406030204" pitchFamily="18" charset="0"/>
              </a:rPr>
              <a:t>r</a:t>
            </a:r>
            <a:endParaRPr lang="nb-NO" dirty="0">
              <a:solidFill>
                <a:schemeClr val="tx1"/>
              </a:solidFill>
              <a:latin typeface="Cambria" panose="02040503050406030204" pitchFamily="18" charset="0"/>
            </a:endParaRPr>
          </a:p>
        </p:txBody>
      </p:sp>
      <p:sp>
        <p:nvSpPr>
          <p:cNvPr id="55" name="TextBox 54">
            <a:extLst>
              <a:ext uri="{FF2B5EF4-FFF2-40B4-BE49-F238E27FC236}">
                <a16:creationId xmlns:a16="http://schemas.microsoft.com/office/drawing/2014/main" id="{9E4550FE-3462-51F0-E405-F68AB579FECE}"/>
              </a:ext>
            </a:extLst>
          </p:cNvPr>
          <p:cNvSpPr txBox="1"/>
          <p:nvPr/>
        </p:nvSpPr>
        <p:spPr>
          <a:xfrm>
            <a:off x="3177356" y="2123920"/>
            <a:ext cx="308279" cy="369332"/>
          </a:xfrm>
          <a:prstGeom prst="rect">
            <a:avLst/>
          </a:prstGeom>
          <a:noFill/>
        </p:spPr>
        <p:txBody>
          <a:bodyPr wrap="square">
            <a:spAutoFit/>
          </a:bodyPr>
          <a:lstStyle/>
          <a:p>
            <a:pPr algn="ctr"/>
            <a:r>
              <a:rPr lang="en-US" dirty="0">
                <a:solidFill>
                  <a:schemeClr val="tx1"/>
                </a:solidFill>
                <a:latin typeface="Cambria" panose="02040503050406030204" pitchFamily="18" charset="0"/>
              </a:rPr>
              <a:t>b</a:t>
            </a:r>
            <a:endParaRPr lang="nb-NO" dirty="0">
              <a:solidFill>
                <a:schemeClr val="tx1"/>
              </a:solidFill>
              <a:latin typeface="Cambria" panose="02040503050406030204" pitchFamily="18" charset="0"/>
            </a:endParaRPr>
          </a:p>
        </p:txBody>
      </p:sp>
      <p:sp>
        <p:nvSpPr>
          <p:cNvPr id="56" name="TextBox 55">
            <a:extLst>
              <a:ext uri="{FF2B5EF4-FFF2-40B4-BE49-F238E27FC236}">
                <a16:creationId xmlns:a16="http://schemas.microsoft.com/office/drawing/2014/main" id="{0FC6CB0D-11A6-51BF-534D-90C09FB11B25}"/>
              </a:ext>
            </a:extLst>
          </p:cNvPr>
          <p:cNvSpPr txBox="1"/>
          <p:nvPr/>
        </p:nvSpPr>
        <p:spPr>
          <a:xfrm>
            <a:off x="2666264" y="2108485"/>
            <a:ext cx="308279" cy="369332"/>
          </a:xfrm>
          <a:prstGeom prst="rect">
            <a:avLst/>
          </a:prstGeom>
          <a:noFill/>
        </p:spPr>
        <p:txBody>
          <a:bodyPr wrap="square">
            <a:spAutoFit/>
          </a:bodyPr>
          <a:lstStyle/>
          <a:p>
            <a:pPr algn="ctr"/>
            <a:r>
              <a:rPr lang="en-US" dirty="0">
                <a:solidFill>
                  <a:schemeClr val="tx1"/>
                </a:solidFill>
                <a:latin typeface="Cambria" panose="02040503050406030204" pitchFamily="18" charset="0"/>
              </a:rPr>
              <a:t>d</a:t>
            </a:r>
            <a:endParaRPr lang="nb-NO" dirty="0">
              <a:solidFill>
                <a:schemeClr val="tx1"/>
              </a:solidFill>
              <a:latin typeface="Cambria" panose="02040503050406030204" pitchFamily="18" charset="0"/>
            </a:endParaRPr>
          </a:p>
        </p:txBody>
      </p:sp>
      <p:sp>
        <p:nvSpPr>
          <p:cNvPr id="57" name="TextBox 56">
            <a:extLst>
              <a:ext uri="{FF2B5EF4-FFF2-40B4-BE49-F238E27FC236}">
                <a16:creationId xmlns:a16="http://schemas.microsoft.com/office/drawing/2014/main" id="{58286734-9B15-63A3-CC62-2D82C05E7026}"/>
              </a:ext>
            </a:extLst>
          </p:cNvPr>
          <p:cNvSpPr txBox="1"/>
          <p:nvPr/>
        </p:nvSpPr>
        <p:spPr>
          <a:xfrm>
            <a:off x="1635294" y="1340160"/>
            <a:ext cx="308279" cy="369332"/>
          </a:xfrm>
          <a:prstGeom prst="rect">
            <a:avLst/>
          </a:prstGeom>
          <a:noFill/>
        </p:spPr>
        <p:txBody>
          <a:bodyPr wrap="square">
            <a:spAutoFit/>
          </a:bodyPr>
          <a:lstStyle/>
          <a:p>
            <a:pPr algn="ctr"/>
            <a:r>
              <a:rPr lang="en-US" dirty="0">
                <a:latin typeface="Cambria" panose="02040503050406030204" pitchFamily="18" charset="0"/>
              </a:rPr>
              <a:t>s</a:t>
            </a:r>
            <a:endParaRPr lang="nb-NO" dirty="0">
              <a:solidFill>
                <a:schemeClr val="tx1"/>
              </a:solidFill>
              <a:latin typeface="Cambria" panose="02040503050406030204" pitchFamily="18" charset="0"/>
            </a:endParaRPr>
          </a:p>
        </p:txBody>
      </p:sp>
      <p:sp>
        <p:nvSpPr>
          <p:cNvPr id="58" name="TextBox 57">
            <a:extLst>
              <a:ext uri="{FF2B5EF4-FFF2-40B4-BE49-F238E27FC236}">
                <a16:creationId xmlns:a16="http://schemas.microsoft.com/office/drawing/2014/main" id="{D905D22D-B21A-3FED-E0CF-3AEF2D6CD603}"/>
              </a:ext>
            </a:extLst>
          </p:cNvPr>
          <p:cNvSpPr txBox="1"/>
          <p:nvPr/>
        </p:nvSpPr>
        <p:spPr>
          <a:xfrm>
            <a:off x="1574523" y="3238952"/>
            <a:ext cx="308279" cy="369332"/>
          </a:xfrm>
          <a:prstGeom prst="rect">
            <a:avLst/>
          </a:prstGeom>
          <a:noFill/>
        </p:spPr>
        <p:txBody>
          <a:bodyPr wrap="square">
            <a:spAutoFit/>
          </a:bodyPr>
          <a:lstStyle/>
          <a:p>
            <a:pPr algn="ctr"/>
            <a:r>
              <a:rPr lang="en-US" dirty="0">
                <a:latin typeface="Cambria" panose="02040503050406030204" pitchFamily="18" charset="0"/>
              </a:rPr>
              <a:t>s</a:t>
            </a:r>
            <a:endParaRPr lang="nb-NO" dirty="0">
              <a:solidFill>
                <a:schemeClr val="tx1"/>
              </a:solidFill>
              <a:latin typeface="Cambria" panose="02040503050406030204" pitchFamily="18" charset="0"/>
            </a:endParaRPr>
          </a:p>
        </p:txBody>
      </p:sp>
      <p:sp>
        <p:nvSpPr>
          <p:cNvPr id="59" name="TextBox 58">
            <a:extLst>
              <a:ext uri="{FF2B5EF4-FFF2-40B4-BE49-F238E27FC236}">
                <a16:creationId xmlns:a16="http://schemas.microsoft.com/office/drawing/2014/main" id="{79032F37-D7EB-43F0-C026-7A5CA257FCEB}"/>
              </a:ext>
            </a:extLst>
          </p:cNvPr>
          <p:cNvSpPr txBox="1"/>
          <p:nvPr/>
        </p:nvSpPr>
        <p:spPr>
          <a:xfrm>
            <a:off x="4044142" y="3274950"/>
            <a:ext cx="308279" cy="369332"/>
          </a:xfrm>
          <a:prstGeom prst="rect">
            <a:avLst/>
          </a:prstGeom>
          <a:noFill/>
        </p:spPr>
        <p:txBody>
          <a:bodyPr wrap="square">
            <a:spAutoFit/>
          </a:bodyPr>
          <a:lstStyle/>
          <a:p>
            <a:pPr algn="ctr"/>
            <a:r>
              <a:rPr lang="en-US" dirty="0">
                <a:latin typeface="Cambria" panose="02040503050406030204" pitchFamily="18" charset="0"/>
              </a:rPr>
              <a:t>v</a:t>
            </a:r>
            <a:endParaRPr lang="nb-NO" dirty="0">
              <a:solidFill>
                <a:schemeClr val="tx1"/>
              </a:solidFill>
              <a:latin typeface="Cambria" panose="02040503050406030204" pitchFamily="18" charset="0"/>
            </a:endParaRPr>
          </a:p>
        </p:txBody>
      </p:sp>
      <p:sp>
        <p:nvSpPr>
          <p:cNvPr id="60" name="TextBox 59">
            <a:extLst>
              <a:ext uri="{FF2B5EF4-FFF2-40B4-BE49-F238E27FC236}">
                <a16:creationId xmlns:a16="http://schemas.microsoft.com/office/drawing/2014/main" id="{A2CD8EB8-0B1C-AE46-4148-B20B33F0B3D5}"/>
              </a:ext>
            </a:extLst>
          </p:cNvPr>
          <p:cNvSpPr txBox="1"/>
          <p:nvPr/>
        </p:nvSpPr>
        <p:spPr>
          <a:xfrm>
            <a:off x="3984025" y="1360706"/>
            <a:ext cx="308279" cy="369332"/>
          </a:xfrm>
          <a:prstGeom prst="rect">
            <a:avLst/>
          </a:prstGeom>
          <a:noFill/>
        </p:spPr>
        <p:txBody>
          <a:bodyPr wrap="square">
            <a:spAutoFit/>
          </a:bodyPr>
          <a:lstStyle/>
          <a:p>
            <a:pPr algn="ctr"/>
            <a:r>
              <a:rPr lang="en-US" dirty="0">
                <a:latin typeface="Cambria" panose="02040503050406030204" pitchFamily="18" charset="0"/>
              </a:rPr>
              <a:t>v</a:t>
            </a:r>
            <a:endParaRPr lang="nb-NO" dirty="0">
              <a:solidFill>
                <a:schemeClr val="tx1"/>
              </a:solidFill>
              <a:latin typeface="Cambria" panose="02040503050406030204" pitchFamily="18" charset="0"/>
            </a:endParaRPr>
          </a:p>
        </p:txBody>
      </p:sp>
      <p:sp>
        <p:nvSpPr>
          <p:cNvPr id="61" name="Oval 60">
            <a:extLst>
              <a:ext uri="{FF2B5EF4-FFF2-40B4-BE49-F238E27FC236}">
                <a16:creationId xmlns:a16="http://schemas.microsoft.com/office/drawing/2014/main" id="{BCECB8B3-64B1-B483-DE74-150D9EFFAB3B}"/>
              </a:ext>
            </a:extLst>
          </p:cNvPr>
          <p:cNvSpPr/>
          <p:nvPr/>
        </p:nvSpPr>
        <p:spPr>
          <a:xfrm>
            <a:off x="6516089" y="461440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mbria" panose="02040503050406030204" pitchFamily="18" charset="0"/>
              </a:rPr>
              <a:t>n</a:t>
            </a:r>
            <a:endParaRPr lang="nb-NO" dirty="0">
              <a:solidFill>
                <a:schemeClr val="tx1"/>
              </a:solidFill>
              <a:latin typeface="Cambria" panose="02040503050406030204" pitchFamily="18" charset="0"/>
            </a:endParaRPr>
          </a:p>
        </p:txBody>
      </p:sp>
      <p:sp>
        <p:nvSpPr>
          <p:cNvPr id="62" name="Oval 61">
            <a:extLst>
              <a:ext uri="{FF2B5EF4-FFF2-40B4-BE49-F238E27FC236}">
                <a16:creationId xmlns:a16="http://schemas.microsoft.com/office/drawing/2014/main" id="{D8C73138-D5EA-6028-12E7-0E5501FD80A9}"/>
              </a:ext>
            </a:extLst>
          </p:cNvPr>
          <p:cNvSpPr/>
          <p:nvPr/>
        </p:nvSpPr>
        <p:spPr>
          <a:xfrm>
            <a:off x="11026815" y="461440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mbria" panose="02040503050406030204" pitchFamily="18" charset="0"/>
              </a:rPr>
              <a:t>m</a:t>
            </a:r>
          </a:p>
        </p:txBody>
      </p:sp>
      <p:sp>
        <p:nvSpPr>
          <p:cNvPr id="63" name="Oval 62">
            <a:extLst>
              <a:ext uri="{FF2B5EF4-FFF2-40B4-BE49-F238E27FC236}">
                <a16:creationId xmlns:a16="http://schemas.microsoft.com/office/drawing/2014/main" id="{469223AF-EDE3-0180-27B9-97DA933ECBDD}"/>
              </a:ext>
            </a:extLst>
          </p:cNvPr>
          <p:cNvSpPr/>
          <p:nvPr/>
        </p:nvSpPr>
        <p:spPr>
          <a:xfrm>
            <a:off x="8771452" y="3332358"/>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mbria" panose="02040503050406030204" pitchFamily="18" charset="0"/>
              </a:rPr>
              <a:t>fit</a:t>
            </a:r>
            <a:endParaRPr lang="nb-NO" sz="1200" dirty="0">
              <a:solidFill>
                <a:schemeClr val="tx1"/>
              </a:solidFill>
              <a:latin typeface="Cambria" panose="02040503050406030204" pitchFamily="18" charset="0"/>
            </a:endParaRPr>
          </a:p>
        </p:txBody>
      </p:sp>
      <p:sp>
        <p:nvSpPr>
          <p:cNvPr id="64" name="Oval 63">
            <a:extLst>
              <a:ext uri="{FF2B5EF4-FFF2-40B4-BE49-F238E27FC236}">
                <a16:creationId xmlns:a16="http://schemas.microsoft.com/office/drawing/2014/main" id="{239B86D8-C8CE-1D17-6569-864D846D001B}"/>
              </a:ext>
            </a:extLst>
          </p:cNvPr>
          <p:cNvSpPr/>
          <p:nvPr/>
        </p:nvSpPr>
        <p:spPr>
          <a:xfrm>
            <a:off x="8771452" y="5896351"/>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mbria" panose="02040503050406030204" pitchFamily="18" charset="0"/>
              </a:rPr>
              <a:t>dull</a:t>
            </a:r>
            <a:endParaRPr lang="nb-NO" dirty="0">
              <a:solidFill>
                <a:schemeClr val="tx1"/>
              </a:solidFill>
              <a:latin typeface="Cambria" panose="02040503050406030204" pitchFamily="18" charset="0"/>
            </a:endParaRPr>
          </a:p>
        </p:txBody>
      </p:sp>
      <p:cxnSp>
        <p:nvCxnSpPr>
          <p:cNvPr id="65" name="Straight Arrow Connector 64">
            <a:extLst>
              <a:ext uri="{FF2B5EF4-FFF2-40B4-BE49-F238E27FC236}">
                <a16:creationId xmlns:a16="http://schemas.microsoft.com/office/drawing/2014/main" id="{2AC492CE-6F0F-54D4-EE38-DF656165515D}"/>
              </a:ext>
            </a:extLst>
          </p:cNvPr>
          <p:cNvCxnSpPr>
            <a:cxnSpLocks/>
            <a:stCxn id="61" idx="7"/>
            <a:endCxn id="63" idx="2"/>
          </p:cNvCxnSpPr>
          <p:nvPr/>
        </p:nvCxnSpPr>
        <p:spPr>
          <a:xfrm flipV="1">
            <a:off x="7064092" y="3624188"/>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83A3E35B-A2DA-6450-2F16-E6762556640C}"/>
              </a:ext>
            </a:extLst>
          </p:cNvPr>
          <p:cNvCxnSpPr>
            <a:cxnSpLocks/>
            <a:stCxn id="61" idx="5"/>
            <a:endCxn id="64" idx="2"/>
          </p:cNvCxnSpPr>
          <p:nvPr/>
        </p:nvCxnSpPr>
        <p:spPr>
          <a:xfrm>
            <a:off x="7064092" y="5112591"/>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D9B8AD36-4D04-8846-7C18-CB5C771AC78B}"/>
              </a:ext>
            </a:extLst>
          </p:cNvPr>
          <p:cNvCxnSpPr>
            <a:cxnSpLocks/>
            <a:stCxn id="63" idx="6"/>
            <a:endCxn id="62" idx="1"/>
          </p:cNvCxnSpPr>
          <p:nvPr/>
        </p:nvCxnSpPr>
        <p:spPr>
          <a:xfrm>
            <a:off x="9413478" y="3624188"/>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A24D7FFA-3ABB-0606-9CAE-01A450536EC0}"/>
              </a:ext>
            </a:extLst>
          </p:cNvPr>
          <p:cNvCxnSpPr>
            <a:cxnSpLocks/>
            <a:stCxn id="64" idx="6"/>
            <a:endCxn id="62" idx="3"/>
          </p:cNvCxnSpPr>
          <p:nvPr/>
        </p:nvCxnSpPr>
        <p:spPr>
          <a:xfrm flipV="1">
            <a:off x="9413478" y="5112591"/>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993661B8-972C-FAC6-3C1A-9BDBCFE49F10}"/>
              </a:ext>
            </a:extLst>
          </p:cNvPr>
          <p:cNvCxnSpPr>
            <a:cxnSpLocks/>
            <a:stCxn id="64" idx="7"/>
            <a:endCxn id="63" idx="5"/>
          </p:cNvCxnSpPr>
          <p:nvPr/>
        </p:nvCxnSpPr>
        <p:spPr>
          <a:xfrm flipV="1">
            <a:off x="9319455" y="3830542"/>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B8C38D9B-AC97-64F0-6DFE-8F57289924C7}"/>
              </a:ext>
            </a:extLst>
          </p:cNvPr>
          <p:cNvCxnSpPr>
            <a:cxnSpLocks/>
            <a:stCxn id="64" idx="0"/>
            <a:endCxn id="63" idx="4"/>
          </p:cNvCxnSpPr>
          <p:nvPr/>
        </p:nvCxnSpPr>
        <p:spPr>
          <a:xfrm flipV="1">
            <a:off x="9092465" y="3916017"/>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448C4B83-C58C-A6EF-2A6F-1022C636D8F4}"/>
              </a:ext>
            </a:extLst>
          </p:cNvPr>
          <p:cNvCxnSpPr>
            <a:cxnSpLocks/>
            <a:stCxn id="63" idx="3"/>
            <a:endCxn id="64" idx="1"/>
          </p:cNvCxnSpPr>
          <p:nvPr/>
        </p:nvCxnSpPr>
        <p:spPr>
          <a:xfrm>
            <a:off x="8865475" y="3830542"/>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A9061CE0-9DFB-76EF-E09F-7ACF866980C3}"/>
              </a:ext>
            </a:extLst>
          </p:cNvPr>
          <p:cNvSpPr txBox="1"/>
          <p:nvPr/>
        </p:nvSpPr>
        <p:spPr>
          <a:xfrm>
            <a:off x="9058188" y="4499676"/>
            <a:ext cx="308279" cy="369332"/>
          </a:xfrm>
          <a:prstGeom prst="rect">
            <a:avLst/>
          </a:prstGeom>
          <a:noFill/>
        </p:spPr>
        <p:txBody>
          <a:bodyPr wrap="square">
            <a:spAutoFit/>
          </a:bodyPr>
          <a:lstStyle/>
          <a:p>
            <a:pPr algn="ctr"/>
            <a:r>
              <a:rPr lang="en-US" dirty="0">
                <a:solidFill>
                  <a:schemeClr val="tx1"/>
                </a:solidFill>
                <a:latin typeface="Cambria" panose="02040503050406030204" pitchFamily="18" charset="0"/>
              </a:rPr>
              <a:t>r</a:t>
            </a:r>
            <a:endParaRPr lang="nb-NO" dirty="0">
              <a:solidFill>
                <a:schemeClr val="tx1"/>
              </a:solidFill>
              <a:latin typeface="Cambria" panose="02040503050406030204" pitchFamily="18" charset="0"/>
            </a:endParaRPr>
          </a:p>
        </p:txBody>
      </p:sp>
      <p:sp>
        <p:nvSpPr>
          <p:cNvPr id="73" name="TextBox 72">
            <a:extLst>
              <a:ext uri="{FF2B5EF4-FFF2-40B4-BE49-F238E27FC236}">
                <a16:creationId xmlns:a16="http://schemas.microsoft.com/office/drawing/2014/main" id="{494948FA-6AA6-BAAB-F0DE-746F4DF6FE14}"/>
              </a:ext>
            </a:extLst>
          </p:cNvPr>
          <p:cNvSpPr txBox="1"/>
          <p:nvPr/>
        </p:nvSpPr>
        <p:spPr>
          <a:xfrm>
            <a:off x="9306349" y="4515111"/>
            <a:ext cx="308279" cy="369332"/>
          </a:xfrm>
          <a:prstGeom prst="rect">
            <a:avLst/>
          </a:prstGeom>
          <a:noFill/>
        </p:spPr>
        <p:txBody>
          <a:bodyPr wrap="square">
            <a:spAutoFit/>
          </a:bodyPr>
          <a:lstStyle/>
          <a:p>
            <a:pPr algn="ctr"/>
            <a:r>
              <a:rPr lang="en-US" dirty="0">
                <a:solidFill>
                  <a:schemeClr val="tx1"/>
                </a:solidFill>
                <a:latin typeface="Cambria" panose="02040503050406030204" pitchFamily="18" charset="0"/>
              </a:rPr>
              <a:t>b</a:t>
            </a:r>
            <a:endParaRPr lang="nb-NO" dirty="0">
              <a:solidFill>
                <a:schemeClr val="tx1"/>
              </a:solidFill>
              <a:latin typeface="Cambria" panose="02040503050406030204" pitchFamily="18" charset="0"/>
            </a:endParaRPr>
          </a:p>
        </p:txBody>
      </p:sp>
      <p:sp>
        <p:nvSpPr>
          <p:cNvPr id="74" name="TextBox 73">
            <a:extLst>
              <a:ext uri="{FF2B5EF4-FFF2-40B4-BE49-F238E27FC236}">
                <a16:creationId xmlns:a16="http://schemas.microsoft.com/office/drawing/2014/main" id="{BC4A7266-FAC5-0B32-7E59-367A08CF02F1}"/>
              </a:ext>
            </a:extLst>
          </p:cNvPr>
          <p:cNvSpPr txBox="1"/>
          <p:nvPr/>
        </p:nvSpPr>
        <p:spPr>
          <a:xfrm>
            <a:off x="8795257" y="4499676"/>
            <a:ext cx="308279" cy="369332"/>
          </a:xfrm>
          <a:prstGeom prst="rect">
            <a:avLst/>
          </a:prstGeom>
          <a:noFill/>
        </p:spPr>
        <p:txBody>
          <a:bodyPr wrap="square">
            <a:spAutoFit/>
          </a:bodyPr>
          <a:lstStyle/>
          <a:p>
            <a:pPr algn="ctr"/>
            <a:r>
              <a:rPr lang="en-US" dirty="0">
                <a:solidFill>
                  <a:schemeClr val="tx1"/>
                </a:solidFill>
                <a:latin typeface="Cambria" panose="02040503050406030204" pitchFamily="18" charset="0"/>
              </a:rPr>
              <a:t>d</a:t>
            </a:r>
            <a:endParaRPr lang="nb-NO" dirty="0">
              <a:solidFill>
                <a:schemeClr val="tx1"/>
              </a:solidFill>
              <a:latin typeface="Cambria" panose="02040503050406030204" pitchFamily="18" charset="0"/>
            </a:endParaRPr>
          </a:p>
        </p:txBody>
      </p:sp>
      <p:sp>
        <p:nvSpPr>
          <p:cNvPr id="75" name="TextBox 74">
            <a:extLst>
              <a:ext uri="{FF2B5EF4-FFF2-40B4-BE49-F238E27FC236}">
                <a16:creationId xmlns:a16="http://schemas.microsoft.com/office/drawing/2014/main" id="{BE77AB6C-D143-33C0-1088-0B188474A45A}"/>
              </a:ext>
            </a:extLst>
          </p:cNvPr>
          <p:cNvSpPr txBox="1"/>
          <p:nvPr/>
        </p:nvSpPr>
        <p:spPr>
          <a:xfrm>
            <a:off x="7764287" y="3731351"/>
            <a:ext cx="308279" cy="369332"/>
          </a:xfrm>
          <a:prstGeom prst="rect">
            <a:avLst/>
          </a:prstGeom>
          <a:noFill/>
        </p:spPr>
        <p:txBody>
          <a:bodyPr wrap="square">
            <a:spAutoFit/>
          </a:bodyPr>
          <a:lstStyle/>
          <a:p>
            <a:pPr algn="ctr"/>
            <a:r>
              <a:rPr lang="en-US" dirty="0">
                <a:latin typeface="Cambria" panose="02040503050406030204" pitchFamily="18" charset="0"/>
              </a:rPr>
              <a:t>s</a:t>
            </a:r>
            <a:endParaRPr lang="nb-NO" dirty="0">
              <a:solidFill>
                <a:schemeClr val="tx1"/>
              </a:solidFill>
              <a:latin typeface="Cambria" panose="02040503050406030204" pitchFamily="18" charset="0"/>
            </a:endParaRPr>
          </a:p>
        </p:txBody>
      </p:sp>
      <p:sp>
        <p:nvSpPr>
          <p:cNvPr id="76" name="TextBox 75">
            <a:extLst>
              <a:ext uri="{FF2B5EF4-FFF2-40B4-BE49-F238E27FC236}">
                <a16:creationId xmlns:a16="http://schemas.microsoft.com/office/drawing/2014/main" id="{A70A7181-0F16-3322-889E-D7A42DFAFDCD}"/>
              </a:ext>
            </a:extLst>
          </p:cNvPr>
          <p:cNvSpPr txBox="1"/>
          <p:nvPr/>
        </p:nvSpPr>
        <p:spPr>
          <a:xfrm>
            <a:off x="7703516" y="5630143"/>
            <a:ext cx="308279" cy="369332"/>
          </a:xfrm>
          <a:prstGeom prst="rect">
            <a:avLst/>
          </a:prstGeom>
          <a:noFill/>
        </p:spPr>
        <p:txBody>
          <a:bodyPr wrap="square">
            <a:spAutoFit/>
          </a:bodyPr>
          <a:lstStyle/>
          <a:p>
            <a:pPr algn="ctr"/>
            <a:r>
              <a:rPr lang="en-US" dirty="0">
                <a:latin typeface="Cambria" panose="02040503050406030204" pitchFamily="18" charset="0"/>
              </a:rPr>
              <a:t>s</a:t>
            </a:r>
            <a:endParaRPr lang="nb-NO" dirty="0">
              <a:solidFill>
                <a:schemeClr val="tx1"/>
              </a:solidFill>
              <a:latin typeface="Cambria" panose="02040503050406030204" pitchFamily="18" charset="0"/>
            </a:endParaRPr>
          </a:p>
        </p:txBody>
      </p:sp>
      <p:sp>
        <p:nvSpPr>
          <p:cNvPr id="77" name="TextBox 76">
            <a:extLst>
              <a:ext uri="{FF2B5EF4-FFF2-40B4-BE49-F238E27FC236}">
                <a16:creationId xmlns:a16="http://schemas.microsoft.com/office/drawing/2014/main" id="{E1F14727-09AF-2005-208A-030740A59115}"/>
              </a:ext>
            </a:extLst>
          </p:cNvPr>
          <p:cNvSpPr txBox="1"/>
          <p:nvPr/>
        </p:nvSpPr>
        <p:spPr>
          <a:xfrm>
            <a:off x="10173135" y="5666141"/>
            <a:ext cx="308279" cy="369332"/>
          </a:xfrm>
          <a:prstGeom prst="rect">
            <a:avLst/>
          </a:prstGeom>
          <a:noFill/>
        </p:spPr>
        <p:txBody>
          <a:bodyPr wrap="square">
            <a:spAutoFit/>
          </a:bodyPr>
          <a:lstStyle/>
          <a:p>
            <a:pPr algn="ctr"/>
            <a:r>
              <a:rPr lang="en-US" dirty="0">
                <a:latin typeface="Cambria" panose="02040503050406030204" pitchFamily="18" charset="0"/>
              </a:rPr>
              <a:t>v</a:t>
            </a:r>
            <a:endParaRPr lang="nb-NO" dirty="0">
              <a:solidFill>
                <a:schemeClr val="tx1"/>
              </a:solidFill>
              <a:latin typeface="Cambria" panose="02040503050406030204" pitchFamily="18" charset="0"/>
            </a:endParaRPr>
          </a:p>
        </p:txBody>
      </p:sp>
      <p:sp>
        <p:nvSpPr>
          <p:cNvPr id="78" name="TextBox 77">
            <a:extLst>
              <a:ext uri="{FF2B5EF4-FFF2-40B4-BE49-F238E27FC236}">
                <a16:creationId xmlns:a16="http://schemas.microsoft.com/office/drawing/2014/main" id="{826F0D0C-A984-2721-4D7F-F861150AB333}"/>
              </a:ext>
            </a:extLst>
          </p:cNvPr>
          <p:cNvSpPr txBox="1"/>
          <p:nvPr/>
        </p:nvSpPr>
        <p:spPr>
          <a:xfrm>
            <a:off x="10113018" y="3751897"/>
            <a:ext cx="308279" cy="369332"/>
          </a:xfrm>
          <a:prstGeom prst="rect">
            <a:avLst/>
          </a:prstGeom>
          <a:noFill/>
        </p:spPr>
        <p:txBody>
          <a:bodyPr wrap="square">
            <a:spAutoFit/>
          </a:bodyPr>
          <a:lstStyle/>
          <a:p>
            <a:pPr algn="ctr"/>
            <a:r>
              <a:rPr lang="en-US" dirty="0">
                <a:latin typeface="Cambria" panose="02040503050406030204" pitchFamily="18" charset="0"/>
              </a:rPr>
              <a:t>v</a:t>
            </a:r>
            <a:endParaRPr lang="nb-NO" dirty="0">
              <a:solidFill>
                <a:schemeClr val="tx1"/>
              </a:solidFill>
              <a:latin typeface="Cambria" panose="02040503050406030204" pitchFamily="18" charset="0"/>
            </a:endParaRPr>
          </a:p>
        </p:txBody>
      </p:sp>
      <p:cxnSp>
        <p:nvCxnSpPr>
          <p:cNvPr id="116" name="Straight Connector 115">
            <a:extLst>
              <a:ext uri="{FF2B5EF4-FFF2-40B4-BE49-F238E27FC236}">
                <a16:creationId xmlns:a16="http://schemas.microsoft.com/office/drawing/2014/main" id="{46AE1AF9-2F3D-931C-007D-C3468C50ED5A}"/>
              </a:ext>
            </a:extLst>
          </p:cNvPr>
          <p:cNvCxnSpPr>
            <a:cxnSpLocks/>
            <a:stCxn id="61" idx="7"/>
            <a:endCxn id="63" idx="2"/>
          </p:cNvCxnSpPr>
          <p:nvPr/>
        </p:nvCxnSpPr>
        <p:spPr>
          <a:xfrm flipV="1">
            <a:off x="7064092" y="3624188"/>
            <a:ext cx="1707360" cy="107569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20" name="Straight Connector 119">
            <a:extLst>
              <a:ext uri="{FF2B5EF4-FFF2-40B4-BE49-F238E27FC236}">
                <a16:creationId xmlns:a16="http://schemas.microsoft.com/office/drawing/2014/main" id="{57885E32-6349-2E2A-1881-9216EA2B725B}"/>
              </a:ext>
            </a:extLst>
          </p:cNvPr>
          <p:cNvCxnSpPr>
            <a:cxnSpLocks/>
            <a:stCxn id="63" idx="3"/>
            <a:endCxn id="64" idx="1"/>
          </p:cNvCxnSpPr>
          <p:nvPr/>
        </p:nvCxnSpPr>
        <p:spPr>
          <a:xfrm>
            <a:off x="8865475" y="3830542"/>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23" name="Straight Connector 122">
            <a:extLst>
              <a:ext uri="{FF2B5EF4-FFF2-40B4-BE49-F238E27FC236}">
                <a16:creationId xmlns:a16="http://schemas.microsoft.com/office/drawing/2014/main" id="{1ECDC484-7B94-B791-C7FF-483F8B1B7C9F}"/>
              </a:ext>
            </a:extLst>
          </p:cNvPr>
          <p:cNvCxnSpPr>
            <a:cxnSpLocks/>
            <a:stCxn id="62" idx="3"/>
            <a:endCxn id="64" idx="6"/>
          </p:cNvCxnSpPr>
          <p:nvPr/>
        </p:nvCxnSpPr>
        <p:spPr>
          <a:xfrm flipH="1">
            <a:off x="9413478" y="5112591"/>
            <a:ext cx="1707360" cy="1075590"/>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sp>
        <p:nvSpPr>
          <p:cNvPr id="2" name="Rectangle 1">
            <a:extLst>
              <a:ext uri="{FF2B5EF4-FFF2-40B4-BE49-F238E27FC236}">
                <a16:creationId xmlns:a16="http://schemas.microsoft.com/office/drawing/2014/main" id="{3624F2A4-9456-C1F0-0DCA-BE08549EA672}"/>
              </a:ext>
            </a:extLst>
          </p:cNvPr>
          <p:cNvSpPr/>
          <p:nvPr/>
        </p:nvSpPr>
        <p:spPr>
          <a:xfrm>
            <a:off x="6546481" y="876693"/>
            <a:ext cx="4637987" cy="1662966"/>
          </a:xfrm>
          <a:prstGeom prst="rect">
            <a:avLst/>
          </a:prstGeom>
          <a:solidFill>
            <a:srgbClr val="E5F4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mbria" panose="02040503050406030204" pitchFamily="18" charset="0"/>
              </a:rPr>
              <a:t> Alternative A:</a:t>
            </a:r>
          </a:p>
          <a:p>
            <a:pPr algn="ctr"/>
            <a:r>
              <a:rPr lang="en-US" dirty="0">
                <a:solidFill>
                  <a:schemeClr val="tx1"/>
                </a:solidFill>
                <a:latin typeface="Cambria" panose="02040503050406030204" pitchFamily="18" charset="0"/>
              </a:rPr>
              <a:t>without having break/rest</a:t>
            </a:r>
            <a:endParaRPr lang="nb-NO" dirty="0">
              <a:solidFill>
                <a:schemeClr val="tx1"/>
              </a:solidFill>
              <a:latin typeface="Cambria" panose="02040503050406030204" pitchFamily="18" charset="0"/>
            </a:endParaRPr>
          </a:p>
        </p:txBody>
      </p:sp>
      <p:sp>
        <p:nvSpPr>
          <p:cNvPr id="3" name="Arrow: Right 2">
            <a:extLst>
              <a:ext uri="{FF2B5EF4-FFF2-40B4-BE49-F238E27FC236}">
                <a16:creationId xmlns:a16="http://schemas.microsoft.com/office/drawing/2014/main" id="{433D2602-8DC6-2806-27BE-6A0243C19CD9}"/>
              </a:ext>
            </a:extLst>
          </p:cNvPr>
          <p:cNvSpPr/>
          <p:nvPr/>
        </p:nvSpPr>
        <p:spPr>
          <a:xfrm rot="2300961">
            <a:off x="5258031" y="3297888"/>
            <a:ext cx="1113514" cy="5836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latin typeface="Cambria" panose="02040503050406030204" pitchFamily="18" charset="0"/>
            </a:endParaRPr>
          </a:p>
        </p:txBody>
      </p:sp>
      <p:sp>
        <p:nvSpPr>
          <p:cNvPr id="6" name="TextBox 5">
            <a:extLst>
              <a:ext uri="{FF2B5EF4-FFF2-40B4-BE49-F238E27FC236}">
                <a16:creationId xmlns:a16="http://schemas.microsoft.com/office/drawing/2014/main" id="{4EFDEAD2-81D9-3F21-088E-C926BE3FA116}"/>
              </a:ext>
            </a:extLst>
          </p:cNvPr>
          <p:cNvSpPr txBox="1"/>
          <p:nvPr/>
        </p:nvSpPr>
        <p:spPr>
          <a:xfrm>
            <a:off x="36120" y="96385"/>
            <a:ext cx="6094428" cy="369332"/>
          </a:xfrm>
          <a:prstGeom prst="rect">
            <a:avLst/>
          </a:prstGeom>
          <a:noFill/>
        </p:spPr>
        <p:txBody>
          <a:bodyPr wrap="square">
            <a:spAutoFit/>
          </a:bodyPr>
          <a:lstStyle/>
          <a:p>
            <a:r>
              <a:rPr lang="en-US" dirty="0">
                <a:solidFill>
                  <a:schemeClr val="tx1"/>
                </a:solidFill>
                <a:latin typeface="Cambria" panose="02040503050406030204" pitchFamily="18" charset="0"/>
              </a:rPr>
              <a:t>Possible transition path on virtual graph from </a:t>
            </a:r>
            <a:r>
              <a:rPr lang="en-US" i="1" dirty="0">
                <a:solidFill>
                  <a:schemeClr val="tx1"/>
                </a:solidFill>
                <a:latin typeface="Cambria" panose="02040503050406030204" pitchFamily="18" charset="0"/>
              </a:rPr>
              <a:t>n</a:t>
            </a:r>
            <a:r>
              <a:rPr lang="en-US" dirty="0">
                <a:solidFill>
                  <a:schemeClr val="tx1"/>
                </a:solidFill>
                <a:latin typeface="Cambria" panose="02040503050406030204" pitchFamily="18" charset="0"/>
              </a:rPr>
              <a:t> to </a:t>
            </a:r>
            <a:r>
              <a:rPr lang="en-US" i="1" dirty="0">
                <a:solidFill>
                  <a:schemeClr val="tx1"/>
                </a:solidFill>
                <a:latin typeface="Cambria" panose="02040503050406030204" pitchFamily="18" charset="0"/>
              </a:rPr>
              <a:t>m</a:t>
            </a:r>
            <a:r>
              <a:rPr lang="en-US" dirty="0">
                <a:solidFill>
                  <a:schemeClr val="tx1"/>
                </a:solidFill>
                <a:latin typeface="Cambria" panose="02040503050406030204" pitchFamily="18" charset="0"/>
              </a:rPr>
              <a:t>:</a:t>
            </a:r>
            <a:endParaRPr lang="nb-NO" dirty="0">
              <a:latin typeface="Cambria" panose="02040503050406030204" pitchFamily="18" charset="0"/>
            </a:endParaRPr>
          </a:p>
        </p:txBody>
      </p:sp>
      <p:pic>
        <p:nvPicPr>
          <p:cNvPr id="5" name="Picture 14" descr="Norwegian University of Sciences and Technology – NTNU">
            <a:extLst>
              <a:ext uri="{FF2B5EF4-FFF2-40B4-BE49-F238E27FC236}">
                <a16:creationId xmlns:a16="http://schemas.microsoft.com/office/drawing/2014/main" id="{4726F43A-ECE5-A45C-D6BC-99A85EAF4D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2001"/>
          <a:stretch/>
        </p:blipFill>
        <p:spPr bwMode="auto">
          <a:xfrm>
            <a:off x="264643" y="5333174"/>
            <a:ext cx="3155906" cy="1458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132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EAF3D-2DC8-0374-B15F-C1A4E4DDC23B}"/>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11090CA6-350C-8FC9-0781-1E6E4BFB2C4E}"/>
              </a:ext>
            </a:extLst>
          </p:cNvPr>
          <p:cNvSpPr/>
          <p:nvPr/>
        </p:nvSpPr>
        <p:spPr>
          <a:xfrm>
            <a:off x="387096" y="222321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 name="Oval 8">
            <a:extLst>
              <a:ext uri="{FF2B5EF4-FFF2-40B4-BE49-F238E27FC236}">
                <a16:creationId xmlns:a16="http://schemas.microsoft.com/office/drawing/2014/main" id="{CE3C9D8B-F2C7-A5C7-0C37-A1A3EB178A76}"/>
              </a:ext>
            </a:extLst>
          </p:cNvPr>
          <p:cNvSpPr/>
          <p:nvPr/>
        </p:nvSpPr>
        <p:spPr>
          <a:xfrm>
            <a:off x="4897822" y="222321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10" name="Oval 9">
            <a:extLst>
              <a:ext uri="{FF2B5EF4-FFF2-40B4-BE49-F238E27FC236}">
                <a16:creationId xmlns:a16="http://schemas.microsoft.com/office/drawing/2014/main" id="{FD20E732-C9ED-895B-F2E7-1FF63E2DE409}"/>
              </a:ext>
            </a:extLst>
          </p:cNvPr>
          <p:cNvSpPr/>
          <p:nvPr/>
        </p:nvSpPr>
        <p:spPr>
          <a:xfrm>
            <a:off x="2642459" y="94116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1" name="Oval 10">
            <a:extLst>
              <a:ext uri="{FF2B5EF4-FFF2-40B4-BE49-F238E27FC236}">
                <a16:creationId xmlns:a16="http://schemas.microsoft.com/office/drawing/2014/main" id="{7D8FF45C-3FEF-BAC4-63D8-974CF4BF09FE}"/>
              </a:ext>
            </a:extLst>
          </p:cNvPr>
          <p:cNvSpPr/>
          <p:nvPr/>
        </p:nvSpPr>
        <p:spPr>
          <a:xfrm>
            <a:off x="2642459" y="3505160"/>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9" name="Straight Arrow Connector 18">
            <a:extLst>
              <a:ext uri="{FF2B5EF4-FFF2-40B4-BE49-F238E27FC236}">
                <a16:creationId xmlns:a16="http://schemas.microsoft.com/office/drawing/2014/main" id="{F852DB94-B865-D700-07DB-A466B92B4519}"/>
              </a:ext>
            </a:extLst>
          </p:cNvPr>
          <p:cNvCxnSpPr>
            <a:cxnSpLocks/>
            <a:stCxn id="4" idx="7"/>
            <a:endCxn id="10" idx="2"/>
          </p:cNvCxnSpPr>
          <p:nvPr/>
        </p:nvCxnSpPr>
        <p:spPr>
          <a:xfrm flipV="1">
            <a:off x="935099" y="1232997"/>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3A2612B-A5AC-4923-B5AF-F95D4DC268F1}"/>
              </a:ext>
            </a:extLst>
          </p:cNvPr>
          <p:cNvCxnSpPr>
            <a:cxnSpLocks/>
            <a:stCxn id="4" idx="5"/>
            <a:endCxn id="11" idx="2"/>
          </p:cNvCxnSpPr>
          <p:nvPr/>
        </p:nvCxnSpPr>
        <p:spPr>
          <a:xfrm>
            <a:off x="935099" y="2721400"/>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CD5C847F-2E31-2650-672D-921D043B8D8E}"/>
              </a:ext>
            </a:extLst>
          </p:cNvPr>
          <p:cNvCxnSpPr>
            <a:cxnSpLocks/>
            <a:stCxn id="10" idx="6"/>
            <a:endCxn id="9" idx="1"/>
          </p:cNvCxnSpPr>
          <p:nvPr/>
        </p:nvCxnSpPr>
        <p:spPr>
          <a:xfrm>
            <a:off x="3284485" y="1232997"/>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097B42F5-B95E-3BD5-D172-A3E95E1A963E}"/>
              </a:ext>
            </a:extLst>
          </p:cNvPr>
          <p:cNvCxnSpPr>
            <a:cxnSpLocks/>
            <a:stCxn id="11" idx="6"/>
            <a:endCxn id="9" idx="3"/>
          </p:cNvCxnSpPr>
          <p:nvPr/>
        </p:nvCxnSpPr>
        <p:spPr>
          <a:xfrm flipV="1">
            <a:off x="3284485" y="2721400"/>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60C1A034-626C-B7B5-FE69-DBD3E30F7FDD}"/>
              </a:ext>
            </a:extLst>
          </p:cNvPr>
          <p:cNvCxnSpPr>
            <a:cxnSpLocks/>
            <a:stCxn id="11" idx="7"/>
            <a:endCxn id="10" idx="5"/>
          </p:cNvCxnSpPr>
          <p:nvPr/>
        </p:nvCxnSpPr>
        <p:spPr>
          <a:xfrm flipV="1">
            <a:off x="3190462" y="1439351"/>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C29302D1-13B0-6215-6D70-9CB17046DCC0}"/>
              </a:ext>
            </a:extLst>
          </p:cNvPr>
          <p:cNvCxnSpPr>
            <a:cxnSpLocks/>
            <a:stCxn id="11" idx="0"/>
            <a:endCxn id="10" idx="4"/>
          </p:cNvCxnSpPr>
          <p:nvPr/>
        </p:nvCxnSpPr>
        <p:spPr>
          <a:xfrm flipV="1">
            <a:off x="2963472" y="1524826"/>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BEFB73C5-B2A4-1A6E-9AED-295CE85D1679}"/>
              </a:ext>
            </a:extLst>
          </p:cNvPr>
          <p:cNvCxnSpPr>
            <a:cxnSpLocks/>
            <a:stCxn id="10" idx="3"/>
            <a:endCxn id="11" idx="1"/>
          </p:cNvCxnSpPr>
          <p:nvPr/>
        </p:nvCxnSpPr>
        <p:spPr>
          <a:xfrm>
            <a:off x="2736482" y="1439351"/>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07624812-06C8-D7B3-4882-F3203EC7A09A}"/>
              </a:ext>
            </a:extLst>
          </p:cNvPr>
          <p:cNvSpPr txBox="1"/>
          <p:nvPr/>
        </p:nvSpPr>
        <p:spPr>
          <a:xfrm>
            <a:off x="2929195" y="2108485"/>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55" name="TextBox 54">
            <a:extLst>
              <a:ext uri="{FF2B5EF4-FFF2-40B4-BE49-F238E27FC236}">
                <a16:creationId xmlns:a16="http://schemas.microsoft.com/office/drawing/2014/main" id="{D9201315-AA28-234B-0F54-777C33EF5625}"/>
              </a:ext>
            </a:extLst>
          </p:cNvPr>
          <p:cNvSpPr txBox="1"/>
          <p:nvPr/>
        </p:nvSpPr>
        <p:spPr>
          <a:xfrm>
            <a:off x="3177356" y="2123920"/>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56" name="TextBox 55">
            <a:extLst>
              <a:ext uri="{FF2B5EF4-FFF2-40B4-BE49-F238E27FC236}">
                <a16:creationId xmlns:a16="http://schemas.microsoft.com/office/drawing/2014/main" id="{EA2173B3-10C9-44CE-458C-F6827AFE8B4C}"/>
              </a:ext>
            </a:extLst>
          </p:cNvPr>
          <p:cNvSpPr txBox="1"/>
          <p:nvPr/>
        </p:nvSpPr>
        <p:spPr>
          <a:xfrm>
            <a:off x="2666264" y="2108485"/>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57" name="TextBox 56">
            <a:extLst>
              <a:ext uri="{FF2B5EF4-FFF2-40B4-BE49-F238E27FC236}">
                <a16:creationId xmlns:a16="http://schemas.microsoft.com/office/drawing/2014/main" id="{AC74E164-7F7F-55D7-1364-D3D8F6F8D37A}"/>
              </a:ext>
            </a:extLst>
          </p:cNvPr>
          <p:cNvSpPr txBox="1"/>
          <p:nvPr/>
        </p:nvSpPr>
        <p:spPr>
          <a:xfrm>
            <a:off x="1635294" y="1340160"/>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8" name="TextBox 57">
            <a:extLst>
              <a:ext uri="{FF2B5EF4-FFF2-40B4-BE49-F238E27FC236}">
                <a16:creationId xmlns:a16="http://schemas.microsoft.com/office/drawing/2014/main" id="{B4A0BCD6-B09D-89C4-8D42-896C0282151D}"/>
              </a:ext>
            </a:extLst>
          </p:cNvPr>
          <p:cNvSpPr txBox="1"/>
          <p:nvPr/>
        </p:nvSpPr>
        <p:spPr>
          <a:xfrm>
            <a:off x="1574523" y="3238952"/>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9" name="TextBox 58">
            <a:extLst>
              <a:ext uri="{FF2B5EF4-FFF2-40B4-BE49-F238E27FC236}">
                <a16:creationId xmlns:a16="http://schemas.microsoft.com/office/drawing/2014/main" id="{EEE92BEE-8C0C-8B7A-405C-EF6218EA80C6}"/>
              </a:ext>
            </a:extLst>
          </p:cNvPr>
          <p:cNvSpPr txBox="1"/>
          <p:nvPr/>
        </p:nvSpPr>
        <p:spPr>
          <a:xfrm>
            <a:off x="4044142" y="3274950"/>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0" name="TextBox 59">
            <a:extLst>
              <a:ext uri="{FF2B5EF4-FFF2-40B4-BE49-F238E27FC236}">
                <a16:creationId xmlns:a16="http://schemas.microsoft.com/office/drawing/2014/main" id="{9A6D7755-0C2C-78D5-C73C-B0CE54B6387D}"/>
              </a:ext>
            </a:extLst>
          </p:cNvPr>
          <p:cNvSpPr txBox="1"/>
          <p:nvPr/>
        </p:nvSpPr>
        <p:spPr>
          <a:xfrm>
            <a:off x="3984025" y="1360706"/>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2" name="Rectangle 1">
            <a:extLst>
              <a:ext uri="{FF2B5EF4-FFF2-40B4-BE49-F238E27FC236}">
                <a16:creationId xmlns:a16="http://schemas.microsoft.com/office/drawing/2014/main" id="{0F4134DB-DF49-0026-941A-5E6D7DE74F86}"/>
              </a:ext>
            </a:extLst>
          </p:cNvPr>
          <p:cNvSpPr/>
          <p:nvPr/>
        </p:nvSpPr>
        <p:spPr>
          <a:xfrm>
            <a:off x="6546481" y="876693"/>
            <a:ext cx="4925940" cy="1662966"/>
          </a:xfrm>
          <a:prstGeom prst="rect">
            <a:avLst/>
          </a:prstGeom>
          <a:solidFill>
            <a:srgbClr val="E5F4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Alternative B:</a:t>
            </a:r>
          </a:p>
          <a:p>
            <a:pPr algn="ctr"/>
            <a:r>
              <a:rPr lang="en-US" dirty="0">
                <a:solidFill>
                  <a:schemeClr val="tx1"/>
                </a:solidFill>
              </a:rPr>
              <a:t>Having break/rest after driving between n and m</a:t>
            </a:r>
            <a:endParaRPr lang="nb-NO" dirty="0">
              <a:solidFill>
                <a:schemeClr val="tx1"/>
              </a:solidFill>
            </a:endParaRPr>
          </a:p>
        </p:txBody>
      </p:sp>
      <p:sp>
        <p:nvSpPr>
          <p:cNvPr id="3" name="Arrow: Right 2">
            <a:extLst>
              <a:ext uri="{FF2B5EF4-FFF2-40B4-BE49-F238E27FC236}">
                <a16:creationId xmlns:a16="http://schemas.microsoft.com/office/drawing/2014/main" id="{CBCA48C2-1656-F462-D610-A5577540C5E4}"/>
              </a:ext>
            </a:extLst>
          </p:cNvPr>
          <p:cNvSpPr/>
          <p:nvPr/>
        </p:nvSpPr>
        <p:spPr>
          <a:xfrm rot="2300961">
            <a:off x="5258031" y="3297888"/>
            <a:ext cx="1113514" cy="5836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p>
        </p:txBody>
      </p:sp>
      <p:sp>
        <p:nvSpPr>
          <p:cNvPr id="6" name="TextBox 5">
            <a:extLst>
              <a:ext uri="{FF2B5EF4-FFF2-40B4-BE49-F238E27FC236}">
                <a16:creationId xmlns:a16="http://schemas.microsoft.com/office/drawing/2014/main" id="{A6C93AE0-87C6-91D7-527D-DA558DB9F4EE}"/>
              </a:ext>
            </a:extLst>
          </p:cNvPr>
          <p:cNvSpPr txBox="1"/>
          <p:nvPr/>
        </p:nvSpPr>
        <p:spPr>
          <a:xfrm>
            <a:off x="36120" y="96385"/>
            <a:ext cx="6094428" cy="369332"/>
          </a:xfrm>
          <a:prstGeom prst="rect">
            <a:avLst/>
          </a:prstGeom>
          <a:noFill/>
        </p:spPr>
        <p:txBody>
          <a:bodyPr wrap="square">
            <a:spAutoFit/>
          </a:bodyPr>
          <a:lstStyle/>
          <a:p>
            <a:r>
              <a:rPr lang="en-US" dirty="0">
                <a:solidFill>
                  <a:schemeClr val="tx1"/>
                </a:solidFill>
              </a:rPr>
              <a:t>Possible transition path on virtual graph from n to m:</a:t>
            </a:r>
            <a:endParaRPr lang="nb-NO" dirty="0"/>
          </a:p>
        </p:txBody>
      </p:sp>
      <p:sp>
        <p:nvSpPr>
          <p:cNvPr id="79" name="Oval 78">
            <a:extLst>
              <a:ext uri="{FF2B5EF4-FFF2-40B4-BE49-F238E27FC236}">
                <a16:creationId xmlns:a16="http://schemas.microsoft.com/office/drawing/2014/main" id="{C27775E8-DF1C-81FB-F402-0FBDF77489D3}"/>
              </a:ext>
            </a:extLst>
          </p:cNvPr>
          <p:cNvSpPr/>
          <p:nvPr/>
        </p:nvSpPr>
        <p:spPr>
          <a:xfrm>
            <a:off x="6186147" y="4836011"/>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80" name="Oval 79">
            <a:extLst>
              <a:ext uri="{FF2B5EF4-FFF2-40B4-BE49-F238E27FC236}">
                <a16:creationId xmlns:a16="http://schemas.microsoft.com/office/drawing/2014/main" id="{9C365FF7-1B68-51A7-883F-DD499B2A4015}"/>
              </a:ext>
            </a:extLst>
          </p:cNvPr>
          <p:cNvSpPr/>
          <p:nvPr/>
        </p:nvSpPr>
        <p:spPr>
          <a:xfrm>
            <a:off x="10696873" y="4836011"/>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81" name="Oval 80">
            <a:extLst>
              <a:ext uri="{FF2B5EF4-FFF2-40B4-BE49-F238E27FC236}">
                <a16:creationId xmlns:a16="http://schemas.microsoft.com/office/drawing/2014/main" id="{7E37E103-9714-6896-FE32-E7EFEEC09CCA}"/>
              </a:ext>
            </a:extLst>
          </p:cNvPr>
          <p:cNvSpPr/>
          <p:nvPr/>
        </p:nvSpPr>
        <p:spPr>
          <a:xfrm>
            <a:off x="8441510" y="3553962"/>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82" name="Oval 81">
            <a:extLst>
              <a:ext uri="{FF2B5EF4-FFF2-40B4-BE49-F238E27FC236}">
                <a16:creationId xmlns:a16="http://schemas.microsoft.com/office/drawing/2014/main" id="{70910523-FB5C-D0F2-07E0-105BE5E739D9}"/>
              </a:ext>
            </a:extLst>
          </p:cNvPr>
          <p:cNvSpPr/>
          <p:nvPr/>
        </p:nvSpPr>
        <p:spPr>
          <a:xfrm>
            <a:off x="8441510" y="6117955"/>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83" name="Straight Arrow Connector 82">
            <a:extLst>
              <a:ext uri="{FF2B5EF4-FFF2-40B4-BE49-F238E27FC236}">
                <a16:creationId xmlns:a16="http://schemas.microsoft.com/office/drawing/2014/main" id="{DCDF97DD-31CF-E218-9ACA-6AA35771CEF1}"/>
              </a:ext>
            </a:extLst>
          </p:cNvPr>
          <p:cNvCxnSpPr>
            <a:cxnSpLocks/>
            <a:stCxn id="79" idx="7"/>
            <a:endCxn id="81" idx="2"/>
          </p:cNvCxnSpPr>
          <p:nvPr/>
        </p:nvCxnSpPr>
        <p:spPr>
          <a:xfrm flipV="1">
            <a:off x="6734150" y="3845792"/>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34D13D3F-AE72-F6A4-569A-425D0DF13292}"/>
              </a:ext>
            </a:extLst>
          </p:cNvPr>
          <p:cNvCxnSpPr>
            <a:cxnSpLocks/>
            <a:stCxn id="79" idx="5"/>
            <a:endCxn id="82" idx="2"/>
          </p:cNvCxnSpPr>
          <p:nvPr/>
        </p:nvCxnSpPr>
        <p:spPr>
          <a:xfrm>
            <a:off x="6734150" y="5334195"/>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53910367-CBE5-76F0-4EFA-7BC556798394}"/>
              </a:ext>
            </a:extLst>
          </p:cNvPr>
          <p:cNvCxnSpPr>
            <a:cxnSpLocks/>
            <a:stCxn id="81" idx="6"/>
            <a:endCxn id="80" idx="1"/>
          </p:cNvCxnSpPr>
          <p:nvPr/>
        </p:nvCxnSpPr>
        <p:spPr>
          <a:xfrm>
            <a:off x="9083536" y="3845792"/>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6C5FAB9B-1538-8335-C176-A491C8E5DA93}"/>
              </a:ext>
            </a:extLst>
          </p:cNvPr>
          <p:cNvCxnSpPr>
            <a:cxnSpLocks/>
            <a:stCxn id="82" idx="6"/>
            <a:endCxn id="80" idx="3"/>
          </p:cNvCxnSpPr>
          <p:nvPr/>
        </p:nvCxnSpPr>
        <p:spPr>
          <a:xfrm flipV="1">
            <a:off x="9083536" y="5334195"/>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55D36C85-7183-9681-7984-D496A6BC541E}"/>
              </a:ext>
            </a:extLst>
          </p:cNvPr>
          <p:cNvCxnSpPr>
            <a:cxnSpLocks/>
            <a:stCxn id="82" idx="7"/>
            <a:endCxn id="81" idx="5"/>
          </p:cNvCxnSpPr>
          <p:nvPr/>
        </p:nvCxnSpPr>
        <p:spPr>
          <a:xfrm flipV="1">
            <a:off x="8989513" y="4052146"/>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168C2906-F5EF-F92B-6E82-6FAAAEECDC2B}"/>
              </a:ext>
            </a:extLst>
          </p:cNvPr>
          <p:cNvCxnSpPr>
            <a:cxnSpLocks/>
            <a:stCxn id="82" idx="0"/>
            <a:endCxn id="81" idx="4"/>
          </p:cNvCxnSpPr>
          <p:nvPr/>
        </p:nvCxnSpPr>
        <p:spPr>
          <a:xfrm flipV="1">
            <a:off x="8762523" y="4137621"/>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D5B51D11-8A71-D9AE-6CC6-6DFD4EB432F0}"/>
              </a:ext>
            </a:extLst>
          </p:cNvPr>
          <p:cNvCxnSpPr>
            <a:cxnSpLocks/>
            <a:stCxn id="81" idx="3"/>
            <a:endCxn id="82" idx="1"/>
          </p:cNvCxnSpPr>
          <p:nvPr/>
        </p:nvCxnSpPr>
        <p:spPr>
          <a:xfrm>
            <a:off x="8535533" y="4052146"/>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39802154-D8C1-4166-6598-AD6B35E10967}"/>
              </a:ext>
            </a:extLst>
          </p:cNvPr>
          <p:cNvSpPr txBox="1"/>
          <p:nvPr/>
        </p:nvSpPr>
        <p:spPr>
          <a:xfrm>
            <a:off x="8728246" y="4721280"/>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91" name="TextBox 90">
            <a:extLst>
              <a:ext uri="{FF2B5EF4-FFF2-40B4-BE49-F238E27FC236}">
                <a16:creationId xmlns:a16="http://schemas.microsoft.com/office/drawing/2014/main" id="{F61CF7A4-4F0C-FFE6-416E-C2D8D7E39572}"/>
              </a:ext>
            </a:extLst>
          </p:cNvPr>
          <p:cNvSpPr txBox="1"/>
          <p:nvPr/>
        </p:nvSpPr>
        <p:spPr>
          <a:xfrm>
            <a:off x="8976407" y="4736715"/>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92" name="TextBox 91">
            <a:extLst>
              <a:ext uri="{FF2B5EF4-FFF2-40B4-BE49-F238E27FC236}">
                <a16:creationId xmlns:a16="http://schemas.microsoft.com/office/drawing/2014/main" id="{BD53ACDD-E461-E78E-F24B-2111AB2D1BCB}"/>
              </a:ext>
            </a:extLst>
          </p:cNvPr>
          <p:cNvSpPr txBox="1"/>
          <p:nvPr/>
        </p:nvSpPr>
        <p:spPr>
          <a:xfrm>
            <a:off x="8465315" y="4721280"/>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93" name="TextBox 92">
            <a:extLst>
              <a:ext uri="{FF2B5EF4-FFF2-40B4-BE49-F238E27FC236}">
                <a16:creationId xmlns:a16="http://schemas.microsoft.com/office/drawing/2014/main" id="{8FD2B1FC-4304-023C-DC11-7C467D573DD4}"/>
              </a:ext>
            </a:extLst>
          </p:cNvPr>
          <p:cNvSpPr txBox="1"/>
          <p:nvPr/>
        </p:nvSpPr>
        <p:spPr>
          <a:xfrm>
            <a:off x="7434345" y="3952955"/>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94" name="TextBox 93">
            <a:extLst>
              <a:ext uri="{FF2B5EF4-FFF2-40B4-BE49-F238E27FC236}">
                <a16:creationId xmlns:a16="http://schemas.microsoft.com/office/drawing/2014/main" id="{38EFD97A-85B5-3CCD-7917-3E6FE04C88E5}"/>
              </a:ext>
            </a:extLst>
          </p:cNvPr>
          <p:cNvSpPr txBox="1"/>
          <p:nvPr/>
        </p:nvSpPr>
        <p:spPr>
          <a:xfrm>
            <a:off x="7373574" y="5851747"/>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95" name="TextBox 94">
            <a:extLst>
              <a:ext uri="{FF2B5EF4-FFF2-40B4-BE49-F238E27FC236}">
                <a16:creationId xmlns:a16="http://schemas.microsoft.com/office/drawing/2014/main" id="{F55D007C-36BC-9A56-0498-5A40B394385F}"/>
              </a:ext>
            </a:extLst>
          </p:cNvPr>
          <p:cNvSpPr txBox="1"/>
          <p:nvPr/>
        </p:nvSpPr>
        <p:spPr>
          <a:xfrm>
            <a:off x="9843193" y="5887745"/>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96" name="TextBox 95">
            <a:extLst>
              <a:ext uri="{FF2B5EF4-FFF2-40B4-BE49-F238E27FC236}">
                <a16:creationId xmlns:a16="http://schemas.microsoft.com/office/drawing/2014/main" id="{FAD84917-2F6A-FF0A-7F10-9FFA61C2568F}"/>
              </a:ext>
            </a:extLst>
          </p:cNvPr>
          <p:cNvSpPr txBox="1"/>
          <p:nvPr/>
        </p:nvSpPr>
        <p:spPr>
          <a:xfrm>
            <a:off x="9783076" y="3973501"/>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cxnSp>
        <p:nvCxnSpPr>
          <p:cNvPr id="126" name="Straight Connector 125">
            <a:extLst>
              <a:ext uri="{FF2B5EF4-FFF2-40B4-BE49-F238E27FC236}">
                <a16:creationId xmlns:a16="http://schemas.microsoft.com/office/drawing/2014/main" id="{CAE85C99-1481-6274-2C04-C0D5ED1367A0}"/>
              </a:ext>
            </a:extLst>
          </p:cNvPr>
          <p:cNvCxnSpPr>
            <a:cxnSpLocks/>
          </p:cNvCxnSpPr>
          <p:nvPr/>
        </p:nvCxnSpPr>
        <p:spPr>
          <a:xfrm flipV="1">
            <a:off x="6716718" y="3847951"/>
            <a:ext cx="1707360" cy="107569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27" name="Straight Connector 126">
            <a:extLst>
              <a:ext uri="{FF2B5EF4-FFF2-40B4-BE49-F238E27FC236}">
                <a16:creationId xmlns:a16="http://schemas.microsoft.com/office/drawing/2014/main" id="{89079B2C-8E20-B520-73F0-B007974CB0B5}"/>
              </a:ext>
            </a:extLst>
          </p:cNvPr>
          <p:cNvCxnSpPr>
            <a:cxnSpLocks/>
            <a:stCxn id="81" idx="3"/>
            <a:endCxn id="82" idx="1"/>
          </p:cNvCxnSpPr>
          <p:nvPr/>
        </p:nvCxnSpPr>
        <p:spPr>
          <a:xfrm>
            <a:off x="8535533" y="4052146"/>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30" name="Straight Connector 129">
            <a:extLst>
              <a:ext uri="{FF2B5EF4-FFF2-40B4-BE49-F238E27FC236}">
                <a16:creationId xmlns:a16="http://schemas.microsoft.com/office/drawing/2014/main" id="{168F27B1-DED2-A524-13F2-4109106188A9}"/>
              </a:ext>
            </a:extLst>
          </p:cNvPr>
          <p:cNvCxnSpPr>
            <a:cxnSpLocks/>
            <a:stCxn id="81" idx="4"/>
            <a:endCxn id="82" idx="0"/>
          </p:cNvCxnSpPr>
          <p:nvPr/>
        </p:nvCxnSpPr>
        <p:spPr>
          <a:xfrm>
            <a:off x="8762523" y="4137621"/>
            <a:ext cx="0" cy="1980334"/>
          </a:xfrm>
          <a:prstGeom prst="line">
            <a:avLst/>
          </a:prstGeom>
          <a:ln w="66675">
            <a:solidFill>
              <a:schemeClr val="accent3">
                <a:lumMod val="40000"/>
                <a:lumOff val="6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33" name="Straight Connector 132">
            <a:extLst>
              <a:ext uri="{FF2B5EF4-FFF2-40B4-BE49-F238E27FC236}">
                <a16:creationId xmlns:a16="http://schemas.microsoft.com/office/drawing/2014/main" id="{3A3181DC-C688-3D18-4566-440825CEE4F1}"/>
              </a:ext>
            </a:extLst>
          </p:cNvPr>
          <p:cNvCxnSpPr>
            <a:cxnSpLocks/>
            <a:endCxn id="82" idx="7"/>
          </p:cNvCxnSpPr>
          <p:nvPr/>
        </p:nvCxnSpPr>
        <p:spPr>
          <a:xfrm>
            <a:off x="8976407" y="4056079"/>
            <a:ext cx="13106" cy="2147351"/>
          </a:xfrm>
          <a:prstGeom prst="line">
            <a:avLst/>
          </a:prstGeom>
          <a:ln w="66675">
            <a:solidFill>
              <a:schemeClr val="accent3">
                <a:lumMod val="40000"/>
                <a:lumOff val="6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5" name="Straight Connector 4">
            <a:extLst>
              <a:ext uri="{FF2B5EF4-FFF2-40B4-BE49-F238E27FC236}">
                <a16:creationId xmlns:a16="http://schemas.microsoft.com/office/drawing/2014/main" id="{0A71F0BE-98B6-DE3B-0E95-C80E8744724B}"/>
              </a:ext>
            </a:extLst>
          </p:cNvPr>
          <p:cNvCxnSpPr>
            <a:cxnSpLocks/>
            <a:stCxn id="81" idx="6"/>
            <a:endCxn id="80" idx="1"/>
          </p:cNvCxnSpPr>
          <p:nvPr/>
        </p:nvCxnSpPr>
        <p:spPr>
          <a:xfrm>
            <a:off x="9083536" y="3845792"/>
            <a:ext cx="1707360" cy="107569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pic>
        <p:nvPicPr>
          <p:cNvPr id="7" name="Picture 14" descr="Norwegian University of Sciences and Technology – NTNU">
            <a:extLst>
              <a:ext uri="{FF2B5EF4-FFF2-40B4-BE49-F238E27FC236}">
                <a16:creationId xmlns:a16="http://schemas.microsoft.com/office/drawing/2014/main" id="{0D124DAF-C353-5AB4-15C1-5D3CEA6C33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2001"/>
          <a:stretch/>
        </p:blipFill>
        <p:spPr bwMode="auto">
          <a:xfrm>
            <a:off x="128579" y="5348134"/>
            <a:ext cx="3155906" cy="1458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158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0634C-0940-6AC4-581D-77D7E5BA3043}"/>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9C8988EB-DDEC-EDEF-2F16-E1B92EA505C7}"/>
              </a:ext>
            </a:extLst>
          </p:cNvPr>
          <p:cNvSpPr/>
          <p:nvPr/>
        </p:nvSpPr>
        <p:spPr>
          <a:xfrm>
            <a:off x="387096" y="222321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 name="Oval 8">
            <a:extLst>
              <a:ext uri="{FF2B5EF4-FFF2-40B4-BE49-F238E27FC236}">
                <a16:creationId xmlns:a16="http://schemas.microsoft.com/office/drawing/2014/main" id="{D4A80A99-2F88-7AFA-D365-442640D476D0}"/>
              </a:ext>
            </a:extLst>
          </p:cNvPr>
          <p:cNvSpPr/>
          <p:nvPr/>
        </p:nvSpPr>
        <p:spPr>
          <a:xfrm>
            <a:off x="4897822" y="222321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10" name="Oval 9">
            <a:extLst>
              <a:ext uri="{FF2B5EF4-FFF2-40B4-BE49-F238E27FC236}">
                <a16:creationId xmlns:a16="http://schemas.microsoft.com/office/drawing/2014/main" id="{C0C380B0-FA1A-74FC-8232-5B830AC9DE53}"/>
              </a:ext>
            </a:extLst>
          </p:cNvPr>
          <p:cNvSpPr/>
          <p:nvPr/>
        </p:nvSpPr>
        <p:spPr>
          <a:xfrm>
            <a:off x="2642459" y="94116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1" name="Oval 10">
            <a:extLst>
              <a:ext uri="{FF2B5EF4-FFF2-40B4-BE49-F238E27FC236}">
                <a16:creationId xmlns:a16="http://schemas.microsoft.com/office/drawing/2014/main" id="{19F835CB-E296-48E6-CF05-493F0CE3438E}"/>
              </a:ext>
            </a:extLst>
          </p:cNvPr>
          <p:cNvSpPr/>
          <p:nvPr/>
        </p:nvSpPr>
        <p:spPr>
          <a:xfrm>
            <a:off x="2642459" y="3505160"/>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9" name="Straight Arrow Connector 18">
            <a:extLst>
              <a:ext uri="{FF2B5EF4-FFF2-40B4-BE49-F238E27FC236}">
                <a16:creationId xmlns:a16="http://schemas.microsoft.com/office/drawing/2014/main" id="{AF2DE141-FF8C-91FF-8396-51E254BA51BC}"/>
              </a:ext>
            </a:extLst>
          </p:cNvPr>
          <p:cNvCxnSpPr>
            <a:cxnSpLocks/>
            <a:stCxn id="4" idx="7"/>
            <a:endCxn id="10" idx="2"/>
          </p:cNvCxnSpPr>
          <p:nvPr/>
        </p:nvCxnSpPr>
        <p:spPr>
          <a:xfrm flipV="1">
            <a:off x="935099" y="1232997"/>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B1084AD-770A-9E8F-0BB0-5617C79FD694}"/>
              </a:ext>
            </a:extLst>
          </p:cNvPr>
          <p:cNvCxnSpPr>
            <a:cxnSpLocks/>
            <a:stCxn id="4" idx="5"/>
            <a:endCxn id="11" idx="2"/>
          </p:cNvCxnSpPr>
          <p:nvPr/>
        </p:nvCxnSpPr>
        <p:spPr>
          <a:xfrm>
            <a:off x="935099" y="2721400"/>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7A61596E-82BB-F5FE-18CF-D00C0BECFC15}"/>
              </a:ext>
            </a:extLst>
          </p:cNvPr>
          <p:cNvCxnSpPr>
            <a:cxnSpLocks/>
            <a:stCxn id="10" idx="6"/>
            <a:endCxn id="9" idx="1"/>
          </p:cNvCxnSpPr>
          <p:nvPr/>
        </p:nvCxnSpPr>
        <p:spPr>
          <a:xfrm>
            <a:off x="3284485" y="1232997"/>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F9E9057-CE09-2466-F73E-2F41A4DDE485}"/>
              </a:ext>
            </a:extLst>
          </p:cNvPr>
          <p:cNvCxnSpPr>
            <a:cxnSpLocks/>
            <a:stCxn id="11" idx="6"/>
            <a:endCxn id="9" idx="3"/>
          </p:cNvCxnSpPr>
          <p:nvPr/>
        </p:nvCxnSpPr>
        <p:spPr>
          <a:xfrm flipV="1">
            <a:off x="3284485" y="2721400"/>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B1C98FFB-AD41-CDE7-E8DD-0AA7EE225EA9}"/>
              </a:ext>
            </a:extLst>
          </p:cNvPr>
          <p:cNvCxnSpPr>
            <a:cxnSpLocks/>
            <a:stCxn id="11" idx="7"/>
            <a:endCxn id="10" idx="5"/>
          </p:cNvCxnSpPr>
          <p:nvPr/>
        </p:nvCxnSpPr>
        <p:spPr>
          <a:xfrm flipV="1">
            <a:off x="3190462" y="1439351"/>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394BDCC7-8DE7-A8ED-A41C-0CB4F02F9F91}"/>
              </a:ext>
            </a:extLst>
          </p:cNvPr>
          <p:cNvCxnSpPr>
            <a:cxnSpLocks/>
            <a:stCxn id="11" idx="0"/>
            <a:endCxn id="10" idx="4"/>
          </p:cNvCxnSpPr>
          <p:nvPr/>
        </p:nvCxnSpPr>
        <p:spPr>
          <a:xfrm flipV="1">
            <a:off x="2963472" y="1524826"/>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C73C0AA0-8238-9B4B-5826-EBBED26336CE}"/>
              </a:ext>
            </a:extLst>
          </p:cNvPr>
          <p:cNvCxnSpPr>
            <a:cxnSpLocks/>
            <a:stCxn id="10" idx="3"/>
            <a:endCxn id="11" idx="1"/>
          </p:cNvCxnSpPr>
          <p:nvPr/>
        </p:nvCxnSpPr>
        <p:spPr>
          <a:xfrm>
            <a:off x="2736482" y="1439351"/>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EF6BD129-A3CD-53A8-51BA-611B65838C6F}"/>
              </a:ext>
            </a:extLst>
          </p:cNvPr>
          <p:cNvSpPr txBox="1"/>
          <p:nvPr/>
        </p:nvSpPr>
        <p:spPr>
          <a:xfrm>
            <a:off x="2929195" y="2108485"/>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55" name="TextBox 54">
            <a:extLst>
              <a:ext uri="{FF2B5EF4-FFF2-40B4-BE49-F238E27FC236}">
                <a16:creationId xmlns:a16="http://schemas.microsoft.com/office/drawing/2014/main" id="{490917C2-D0A4-4525-0207-4D494BBC2574}"/>
              </a:ext>
            </a:extLst>
          </p:cNvPr>
          <p:cNvSpPr txBox="1"/>
          <p:nvPr/>
        </p:nvSpPr>
        <p:spPr>
          <a:xfrm>
            <a:off x="3177356" y="2123920"/>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56" name="TextBox 55">
            <a:extLst>
              <a:ext uri="{FF2B5EF4-FFF2-40B4-BE49-F238E27FC236}">
                <a16:creationId xmlns:a16="http://schemas.microsoft.com/office/drawing/2014/main" id="{1E9D9A09-6CCC-31C2-469B-B1431035BF93}"/>
              </a:ext>
            </a:extLst>
          </p:cNvPr>
          <p:cNvSpPr txBox="1"/>
          <p:nvPr/>
        </p:nvSpPr>
        <p:spPr>
          <a:xfrm>
            <a:off x="2666264" y="2108485"/>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57" name="TextBox 56">
            <a:extLst>
              <a:ext uri="{FF2B5EF4-FFF2-40B4-BE49-F238E27FC236}">
                <a16:creationId xmlns:a16="http://schemas.microsoft.com/office/drawing/2014/main" id="{BBCE87C4-A4AD-8C34-9EF5-5547A4487D83}"/>
              </a:ext>
            </a:extLst>
          </p:cNvPr>
          <p:cNvSpPr txBox="1"/>
          <p:nvPr/>
        </p:nvSpPr>
        <p:spPr>
          <a:xfrm>
            <a:off x="1635294" y="1340160"/>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8" name="TextBox 57">
            <a:extLst>
              <a:ext uri="{FF2B5EF4-FFF2-40B4-BE49-F238E27FC236}">
                <a16:creationId xmlns:a16="http://schemas.microsoft.com/office/drawing/2014/main" id="{3C892B17-92C0-89B2-91D2-950C1D80648A}"/>
              </a:ext>
            </a:extLst>
          </p:cNvPr>
          <p:cNvSpPr txBox="1"/>
          <p:nvPr/>
        </p:nvSpPr>
        <p:spPr>
          <a:xfrm>
            <a:off x="1574523" y="3238952"/>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9" name="TextBox 58">
            <a:extLst>
              <a:ext uri="{FF2B5EF4-FFF2-40B4-BE49-F238E27FC236}">
                <a16:creationId xmlns:a16="http://schemas.microsoft.com/office/drawing/2014/main" id="{07AC0589-AA68-4D1C-5426-9A5E7E067E00}"/>
              </a:ext>
            </a:extLst>
          </p:cNvPr>
          <p:cNvSpPr txBox="1"/>
          <p:nvPr/>
        </p:nvSpPr>
        <p:spPr>
          <a:xfrm>
            <a:off x="4044142" y="3274950"/>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0" name="TextBox 59">
            <a:extLst>
              <a:ext uri="{FF2B5EF4-FFF2-40B4-BE49-F238E27FC236}">
                <a16:creationId xmlns:a16="http://schemas.microsoft.com/office/drawing/2014/main" id="{BB134449-AF17-0729-C167-6F117A2C0F90}"/>
              </a:ext>
            </a:extLst>
          </p:cNvPr>
          <p:cNvSpPr txBox="1"/>
          <p:nvPr/>
        </p:nvSpPr>
        <p:spPr>
          <a:xfrm>
            <a:off x="3984025" y="1360706"/>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2" name="Rectangle 1">
            <a:extLst>
              <a:ext uri="{FF2B5EF4-FFF2-40B4-BE49-F238E27FC236}">
                <a16:creationId xmlns:a16="http://schemas.microsoft.com/office/drawing/2014/main" id="{2CE264C6-7A80-C8F3-3004-7AE6BE86B9A7}"/>
              </a:ext>
            </a:extLst>
          </p:cNvPr>
          <p:cNvSpPr/>
          <p:nvPr/>
        </p:nvSpPr>
        <p:spPr>
          <a:xfrm>
            <a:off x="6546481" y="876693"/>
            <a:ext cx="4925940" cy="1662966"/>
          </a:xfrm>
          <a:prstGeom prst="rect">
            <a:avLst/>
          </a:prstGeom>
          <a:solidFill>
            <a:srgbClr val="E5F4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Alternative C:</a:t>
            </a:r>
          </a:p>
          <a:p>
            <a:pPr algn="ctr"/>
            <a:r>
              <a:rPr lang="en-US" dirty="0">
                <a:solidFill>
                  <a:schemeClr val="tx1"/>
                </a:solidFill>
              </a:rPr>
              <a:t>First having break/rest then driving between n and m</a:t>
            </a:r>
            <a:endParaRPr lang="nb-NO" dirty="0">
              <a:solidFill>
                <a:schemeClr val="tx1"/>
              </a:solidFill>
            </a:endParaRPr>
          </a:p>
        </p:txBody>
      </p:sp>
      <p:sp>
        <p:nvSpPr>
          <p:cNvPr id="3" name="Arrow: Right 2">
            <a:extLst>
              <a:ext uri="{FF2B5EF4-FFF2-40B4-BE49-F238E27FC236}">
                <a16:creationId xmlns:a16="http://schemas.microsoft.com/office/drawing/2014/main" id="{F9B39491-6CA2-7389-702D-D95C2930F21F}"/>
              </a:ext>
            </a:extLst>
          </p:cNvPr>
          <p:cNvSpPr/>
          <p:nvPr/>
        </p:nvSpPr>
        <p:spPr>
          <a:xfrm rot="2300961">
            <a:off x="5258031" y="3297888"/>
            <a:ext cx="1113514" cy="5836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p>
        </p:txBody>
      </p:sp>
      <p:sp>
        <p:nvSpPr>
          <p:cNvPr id="6" name="TextBox 5">
            <a:extLst>
              <a:ext uri="{FF2B5EF4-FFF2-40B4-BE49-F238E27FC236}">
                <a16:creationId xmlns:a16="http://schemas.microsoft.com/office/drawing/2014/main" id="{F99126A7-9558-EEA1-9F7E-F2C7464DAE9C}"/>
              </a:ext>
            </a:extLst>
          </p:cNvPr>
          <p:cNvSpPr txBox="1"/>
          <p:nvPr/>
        </p:nvSpPr>
        <p:spPr>
          <a:xfrm>
            <a:off x="36120" y="96385"/>
            <a:ext cx="6094428" cy="369332"/>
          </a:xfrm>
          <a:prstGeom prst="rect">
            <a:avLst/>
          </a:prstGeom>
          <a:noFill/>
        </p:spPr>
        <p:txBody>
          <a:bodyPr wrap="square">
            <a:spAutoFit/>
          </a:bodyPr>
          <a:lstStyle/>
          <a:p>
            <a:r>
              <a:rPr lang="en-US" dirty="0">
                <a:solidFill>
                  <a:schemeClr val="tx1"/>
                </a:solidFill>
              </a:rPr>
              <a:t>Possible transition path on virtual graph from n to m:</a:t>
            </a:r>
            <a:endParaRPr lang="nb-NO" dirty="0"/>
          </a:p>
        </p:txBody>
      </p:sp>
      <p:sp>
        <p:nvSpPr>
          <p:cNvPr id="97" name="Oval 96">
            <a:extLst>
              <a:ext uri="{FF2B5EF4-FFF2-40B4-BE49-F238E27FC236}">
                <a16:creationId xmlns:a16="http://schemas.microsoft.com/office/drawing/2014/main" id="{5C43637F-D5C7-EA98-0DF5-B99EA5F1AF65}"/>
              </a:ext>
            </a:extLst>
          </p:cNvPr>
          <p:cNvSpPr/>
          <p:nvPr/>
        </p:nvSpPr>
        <p:spPr>
          <a:xfrm>
            <a:off x="6706191" y="4771595"/>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8" name="Oval 97">
            <a:extLst>
              <a:ext uri="{FF2B5EF4-FFF2-40B4-BE49-F238E27FC236}">
                <a16:creationId xmlns:a16="http://schemas.microsoft.com/office/drawing/2014/main" id="{C02D758E-2EA9-E996-F63B-9C33B3A37E5F}"/>
              </a:ext>
            </a:extLst>
          </p:cNvPr>
          <p:cNvSpPr/>
          <p:nvPr/>
        </p:nvSpPr>
        <p:spPr>
          <a:xfrm>
            <a:off x="11216917" y="4771595"/>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99" name="Oval 98">
            <a:extLst>
              <a:ext uri="{FF2B5EF4-FFF2-40B4-BE49-F238E27FC236}">
                <a16:creationId xmlns:a16="http://schemas.microsoft.com/office/drawing/2014/main" id="{347A52AC-65EF-F2E2-69B4-FE8C363BEF7F}"/>
              </a:ext>
            </a:extLst>
          </p:cNvPr>
          <p:cNvSpPr/>
          <p:nvPr/>
        </p:nvSpPr>
        <p:spPr>
          <a:xfrm>
            <a:off x="8961554" y="348954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00" name="Oval 99">
            <a:extLst>
              <a:ext uri="{FF2B5EF4-FFF2-40B4-BE49-F238E27FC236}">
                <a16:creationId xmlns:a16="http://schemas.microsoft.com/office/drawing/2014/main" id="{2565A365-F3B2-C8EB-AF20-4BD6439094A9}"/>
              </a:ext>
            </a:extLst>
          </p:cNvPr>
          <p:cNvSpPr/>
          <p:nvPr/>
        </p:nvSpPr>
        <p:spPr>
          <a:xfrm>
            <a:off x="8961554" y="6053539"/>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01" name="Straight Arrow Connector 100">
            <a:extLst>
              <a:ext uri="{FF2B5EF4-FFF2-40B4-BE49-F238E27FC236}">
                <a16:creationId xmlns:a16="http://schemas.microsoft.com/office/drawing/2014/main" id="{2FF5DAF9-CC9E-57DD-7A2F-80814C26A187}"/>
              </a:ext>
            </a:extLst>
          </p:cNvPr>
          <p:cNvCxnSpPr>
            <a:cxnSpLocks/>
            <a:stCxn id="97" idx="7"/>
            <a:endCxn id="99" idx="2"/>
          </p:cNvCxnSpPr>
          <p:nvPr/>
        </p:nvCxnSpPr>
        <p:spPr>
          <a:xfrm flipV="1">
            <a:off x="7254194" y="3781376"/>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1A81D35E-C122-7690-D039-D8BB11C7DFA1}"/>
              </a:ext>
            </a:extLst>
          </p:cNvPr>
          <p:cNvCxnSpPr>
            <a:cxnSpLocks/>
            <a:stCxn id="97" idx="5"/>
            <a:endCxn id="100" idx="2"/>
          </p:cNvCxnSpPr>
          <p:nvPr/>
        </p:nvCxnSpPr>
        <p:spPr>
          <a:xfrm>
            <a:off x="7254194" y="5269779"/>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F3F93372-BFF6-817E-6015-D4A0A97D6A26}"/>
              </a:ext>
            </a:extLst>
          </p:cNvPr>
          <p:cNvCxnSpPr>
            <a:cxnSpLocks/>
            <a:stCxn id="99" idx="6"/>
            <a:endCxn id="98" idx="1"/>
          </p:cNvCxnSpPr>
          <p:nvPr/>
        </p:nvCxnSpPr>
        <p:spPr>
          <a:xfrm>
            <a:off x="9603580" y="3781376"/>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09358279-3240-2117-68BB-E8AD93969002}"/>
              </a:ext>
            </a:extLst>
          </p:cNvPr>
          <p:cNvCxnSpPr>
            <a:cxnSpLocks/>
            <a:stCxn id="100" idx="6"/>
            <a:endCxn id="98" idx="3"/>
          </p:cNvCxnSpPr>
          <p:nvPr/>
        </p:nvCxnSpPr>
        <p:spPr>
          <a:xfrm flipV="1">
            <a:off x="9603580" y="5269779"/>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B1AE9D41-D5BB-6648-BDB9-67C3CBCED6EE}"/>
              </a:ext>
            </a:extLst>
          </p:cNvPr>
          <p:cNvCxnSpPr>
            <a:cxnSpLocks/>
            <a:stCxn id="100" idx="7"/>
            <a:endCxn id="99" idx="5"/>
          </p:cNvCxnSpPr>
          <p:nvPr/>
        </p:nvCxnSpPr>
        <p:spPr>
          <a:xfrm flipV="1">
            <a:off x="9509557" y="3987730"/>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B53C7893-5A48-0496-F8E9-19CA3B4D984F}"/>
              </a:ext>
            </a:extLst>
          </p:cNvPr>
          <p:cNvCxnSpPr>
            <a:cxnSpLocks/>
            <a:stCxn id="100" idx="0"/>
            <a:endCxn id="99" idx="4"/>
          </p:cNvCxnSpPr>
          <p:nvPr/>
        </p:nvCxnSpPr>
        <p:spPr>
          <a:xfrm flipV="1">
            <a:off x="9282567" y="4073205"/>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7" name="Straight Arrow Connector 106">
            <a:extLst>
              <a:ext uri="{FF2B5EF4-FFF2-40B4-BE49-F238E27FC236}">
                <a16:creationId xmlns:a16="http://schemas.microsoft.com/office/drawing/2014/main" id="{DF11CE3D-C5E2-735E-E255-D1DA6A0F8867}"/>
              </a:ext>
            </a:extLst>
          </p:cNvPr>
          <p:cNvCxnSpPr>
            <a:cxnSpLocks/>
            <a:stCxn id="99" idx="3"/>
            <a:endCxn id="100" idx="1"/>
          </p:cNvCxnSpPr>
          <p:nvPr/>
        </p:nvCxnSpPr>
        <p:spPr>
          <a:xfrm>
            <a:off x="9055577" y="3987730"/>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08" name="TextBox 107">
            <a:extLst>
              <a:ext uri="{FF2B5EF4-FFF2-40B4-BE49-F238E27FC236}">
                <a16:creationId xmlns:a16="http://schemas.microsoft.com/office/drawing/2014/main" id="{9CC4890E-D8B2-BB5B-4D67-6636F9E72ED7}"/>
              </a:ext>
            </a:extLst>
          </p:cNvPr>
          <p:cNvSpPr txBox="1"/>
          <p:nvPr/>
        </p:nvSpPr>
        <p:spPr>
          <a:xfrm>
            <a:off x="9248290" y="4656864"/>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109" name="TextBox 108">
            <a:extLst>
              <a:ext uri="{FF2B5EF4-FFF2-40B4-BE49-F238E27FC236}">
                <a16:creationId xmlns:a16="http://schemas.microsoft.com/office/drawing/2014/main" id="{7D749A1C-EDAA-8C76-C07D-4FD2D37A8ED7}"/>
              </a:ext>
            </a:extLst>
          </p:cNvPr>
          <p:cNvSpPr txBox="1"/>
          <p:nvPr/>
        </p:nvSpPr>
        <p:spPr>
          <a:xfrm>
            <a:off x="9496451" y="4672299"/>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110" name="TextBox 109">
            <a:extLst>
              <a:ext uri="{FF2B5EF4-FFF2-40B4-BE49-F238E27FC236}">
                <a16:creationId xmlns:a16="http://schemas.microsoft.com/office/drawing/2014/main" id="{8C2C8F87-41ED-36E2-69B1-B4B433DCDCF0}"/>
              </a:ext>
            </a:extLst>
          </p:cNvPr>
          <p:cNvSpPr txBox="1"/>
          <p:nvPr/>
        </p:nvSpPr>
        <p:spPr>
          <a:xfrm>
            <a:off x="8985359" y="4656864"/>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111" name="TextBox 110">
            <a:extLst>
              <a:ext uri="{FF2B5EF4-FFF2-40B4-BE49-F238E27FC236}">
                <a16:creationId xmlns:a16="http://schemas.microsoft.com/office/drawing/2014/main" id="{0BCE45B4-3008-C1C6-68A2-1E7BABC471F4}"/>
              </a:ext>
            </a:extLst>
          </p:cNvPr>
          <p:cNvSpPr txBox="1"/>
          <p:nvPr/>
        </p:nvSpPr>
        <p:spPr>
          <a:xfrm>
            <a:off x="7954389" y="3888539"/>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112" name="TextBox 111">
            <a:extLst>
              <a:ext uri="{FF2B5EF4-FFF2-40B4-BE49-F238E27FC236}">
                <a16:creationId xmlns:a16="http://schemas.microsoft.com/office/drawing/2014/main" id="{F3E62D56-41A9-5FEB-721D-A9E82B969B16}"/>
              </a:ext>
            </a:extLst>
          </p:cNvPr>
          <p:cNvSpPr txBox="1"/>
          <p:nvPr/>
        </p:nvSpPr>
        <p:spPr>
          <a:xfrm>
            <a:off x="7893618" y="5787331"/>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113" name="TextBox 112">
            <a:extLst>
              <a:ext uri="{FF2B5EF4-FFF2-40B4-BE49-F238E27FC236}">
                <a16:creationId xmlns:a16="http://schemas.microsoft.com/office/drawing/2014/main" id="{000C0A32-B209-E4B9-5744-1C3F26CBCA9E}"/>
              </a:ext>
            </a:extLst>
          </p:cNvPr>
          <p:cNvSpPr txBox="1"/>
          <p:nvPr/>
        </p:nvSpPr>
        <p:spPr>
          <a:xfrm>
            <a:off x="10363237" y="5823329"/>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114" name="TextBox 113">
            <a:extLst>
              <a:ext uri="{FF2B5EF4-FFF2-40B4-BE49-F238E27FC236}">
                <a16:creationId xmlns:a16="http://schemas.microsoft.com/office/drawing/2014/main" id="{349BF225-CA63-0D28-D938-9AB71D4CB30A}"/>
              </a:ext>
            </a:extLst>
          </p:cNvPr>
          <p:cNvSpPr txBox="1"/>
          <p:nvPr/>
        </p:nvSpPr>
        <p:spPr>
          <a:xfrm>
            <a:off x="10303120" y="3909085"/>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cxnSp>
        <p:nvCxnSpPr>
          <p:cNvPr id="135" name="Straight Connector 134">
            <a:extLst>
              <a:ext uri="{FF2B5EF4-FFF2-40B4-BE49-F238E27FC236}">
                <a16:creationId xmlns:a16="http://schemas.microsoft.com/office/drawing/2014/main" id="{4C73D13C-8D03-4ACE-125E-FAA93759DC8B}"/>
              </a:ext>
            </a:extLst>
          </p:cNvPr>
          <p:cNvCxnSpPr>
            <a:cxnSpLocks/>
          </p:cNvCxnSpPr>
          <p:nvPr/>
        </p:nvCxnSpPr>
        <p:spPr>
          <a:xfrm>
            <a:off x="9063436" y="3955183"/>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36" name="Straight Connector 135">
            <a:extLst>
              <a:ext uri="{FF2B5EF4-FFF2-40B4-BE49-F238E27FC236}">
                <a16:creationId xmlns:a16="http://schemas.microsoft.com/office/drawing/2014/main" id="{F17DB913-D0CC-7D7D-75E2-E4538C3638B1}"/>
              </a:ext>
            </a:extLst>
          </p:cNvPr>
          <p:cNvCxnSpPr>
            <a:cxnSpLocks/>
          </p:cNvCxnSpPr>
          <p:nvPr/>
        </p:nvCxnSpPr>
        <p:spPr>
          <a:xfrm>
            <a:off x="9290426" y="4040658"/>
            <a:ext cx="0" cy="1980334"/>
          </a:xfrm>
          <a:prstGeom prst="line">
            <a:avLst/>
          </a:prstGeom>
          <a:ln w="66675">
            <a:solidFill>
              <a:schemeClr val="accent3">
                <a:lumMod val="40000"/>
                <a:lumOff val="6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37" name="Straight Connector 136">
            <a:extLst>
              <a:ext uri="{FF2B5EF4-FFF2-40B4-BE49-F238E27FC236}">
                <a16:creationId xmlns:a16="http://schemas.microsoft.com/office/drawing/2014/main" id="{FFADDC3B-B54D-3AC6-612C-F0E09F775484}"/>
              </a:ext>
            </a:extLst>
          </p:cNvPr>
          <p:cNvCxnSpPr>
            <a:cxnSpLocks/>
          </p:cNvCxnSpPr>
          <p:nvPr/>
        </p:nvCxnSpPr>
        <p:spPr>
          <a:xfrm>
            <a:off x="9504310" y="3959116"/>
            <a:ext cx="13106" cy="2147351"/>
          </a:xfrm>
          <a:prstGeom prst="line">
            <a:avLst/>
          </a:prstGeom>
          <a:ln w="66675">
            <a:solidFill>
              <a:schemeClr val="accent3">
                <a:lumMod val="40000"/>
                <a:lumOff val="6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38" name="Straight Connector 137">
            <a:extLst>
              <a:ext uri="{FF2B5EF4-FFF2-40B4-BE49-F238E27FC236}">
                <a16:creationId xmlns:a16="http://schemas.microsoft.com/office/drawing/2014/main" id="{F8E1A714-A3C7-42C5-32DF-0F35E91EC1B5}"/>
              </a:ext>
            </a:extLst>
          </p:cNvPr>
          <p:cNvCxnSpPr>
            <a:cxnSpLocks/>
            <a:stCxn id="97" idx="5"/>
            <a:endCxn id="100" idx="2"/>
          </p:cNvCxnSpPr>
          <p:nvPr/>
        </p:nvCxnSpPr>
        <p:spPr>
          <a:xfrm>
            <a:off x="7254194" y="5269779"/>
            <a:ext cx="1707360" cy="1075590"/>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41" name="Straight Connector 140">
            <a:extLst>
              <a:ext uri="{FF2B5EF4-FFF2-40B4-BE49-F238E27FC236}">
                <a16:creationId xmlns:a16="http://schemas.microsoft.com/office/drawing/2014/main" id="{D266F3BE-E478-286D-4FBF-8C65CBFD83C6}"/>
              </a:ext>
            </a:extLst>
          </p:cNvPr>
          <p:cNvCxnSpPr>
            <a:cxnSpLocks/>
            <a:stCxn id="98" idx="3"/>
            <a:endCxn id="100" idx="6"/>
          </p:cNvCxnSpPr>
          <p:nvPr/>
        </p:nvCxnSpPr>
        <p:spPr>
          <a:xfrm flipH="1">
            <a:off x="9603580" y="5269779"/>
            <a:ext cx="1707360" cy="1075590"/>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982263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F9AB2-64DE-1C8F-8073-9CD61E196A45}"/>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A9C12527-54F4-9814-9A48-B30BCFB65D7A}"/>
              </a:ext>
            </a:extLst>
          </p:cNvPr>
          <p:cNvSpPr/>
          <p:nvPr/>
        </p:nvSpPr>
        <p:spPr>
          <a:xfrm>
            <a:off x="1169517" y="1883849"/>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 name="Oval 8">
            <a:extLst>
              <a:ext uri="{FF2B5EF4-FFF2-40B4-BE49-F238E27FC236}">
                <a16:creationId xmlns:a16="http://schemas.microsoft.com/office/drawing/2014/main" id="{FA14597C-7BBE-30D0-42C8-57D0E51A6E2C}"/>
              </a:ext>
            </a:extLst>
          </p:cNvPr>
          <p:cNvSpPr/>
          <p:nvPr/>
        </p:nvSpPr>
        <p:spPr>
          <a:xfrm>
            <a:off x="5680243" y="1883849"/>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CS</a:t>
            </a:r>
          </a:p>
        </p:txBody>
      </p:sp>
      <p:sp>
        <p:nvSpPr>
          <p:cNvPr id="10" name="Oval 9">
            <a:extLst>
              <a:ext uri="{FF2B5EF4-FFF2-40B4-BE49-F238E27FC236}">
                <a16:creationId xmlns:a16="http://schemas.microsoft.com/office/drawing/2014/main" id="{5DB08EDC-9E05-12B0-1DC2-7DC3CA1B9967}"/>
              </a:ext>
            </a:extLst>
          </p:cNvPr>
          <p:cNvSpPr/>
          <p:nvPr/>
        </p:nvSpPr>
        <p:spPr>
          <a:xfrm>
            <a:off x="3424880" y="601800"/>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1" name="Oval 10">
            <a:extLst>
              <a:ext uri="{FF2B5EF4-FFF2-40B4-BE49-F238E27FC236}">
                <a16:creationId xmlns:a16="http://schemas.microsoft.com/office/drawing/2014/main" id="{5C77DE6D-82F8-A35E-CE53-2F8A24E5EECC}"/>
              </a:ext>
            </a:extLst>
          </p:cNvPr>
          <p:cNvSpPr/>
          <p:nvPr/>
        </p:nvSpPr>
        <p:spPr>
          <a:xfrm>
            <a:off x="3424880" y="316579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9" name="Straight Arrow Connector 18">
            <a:extLst>
              <a:ext uri="{FF2B5EF4-FFF2-40B4-BE49-F238E27FC236}">
                <a16:creationId xmlns:a16="http://schemas.microsoft.com/office/drawing/2014/main" id="{E59C27CF-FC22-2321-57A5-0B8E3250A2AA}"/>
              </a:ext>
            </a:extLst>
          </p:cNvPr>
          <p:cNvCxnSpPr>
            <a:cxnSpLocks/>
            <a:stCxn id="4" idx="7"/>
            <a:endCxn id="10" idx="2"/>
          </p:cNvCxnSpPr>
          <p:nvPr/>
        </p:nvCxnSpPr>
        <p:spPr>
          <a:xfrm flipV="1">
            <a:off x="1717520" y="893630"/>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B88BEC8-E6B1-28EF-57D6-F25D97E12AA5}"/>
              </a:ext>
            </a:extLst>
          </p:cNvPr>
          <p:cNvCxnSpPr>
            <a:cxnSpLocks/>
            <a:stCxn id="4" idx="5"/>
            <a:endCxn id="11" idx="2"/>
          </p:cNvCxnSpPr>
          <p:nvPr/>
        </p:nvCxnSpPr>
        <p:spPr>
          <a:xfrm>
            <a:off x="1717520" y="2382033"/>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41887938-DE08-AC38-1CFF-5EBA952486CB}"/>
              </a:ext>
            </a:extLst>
          </p:cNvPr>
          <p:cNvCxnSpPr>
            <a:cxnSpLocks/>
            <a:stCxn id="10" idx="6"/>
            <a:endCxn id="9" idx="1"/>
          </p:cNvCxnSpPr>
          <p:nvPr/>
        </p:nvCxnSpPr>
        <p:spPr>
          <a:xfrm>
            <a:off x="4066906" y="893630"/>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D7EBC8BE-0D70-76C7-6A63-C3E2B1798FC1}"/>
              </a:ext>
            </a:extLst>
          </p:cNvPr>
          <p:cNvCxnSpPr>
            <a:cxnSpLocks/>
            <a:stCxn id="11" idx="6"/>
            <a:endCxn id="9" idx="3"/>
          </p:cNvCxnSpPr>
          <p:nvPr/>
        </p:nvCxnSpPr>
        <p:spPr>
          <a:xfrm flipV="1">
            <a:off x="4066906" y="2382033"/>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A9D72165-031E-D17B-096E-708E98B8EB57}"/>
              </a:ext>
            </a:extLst>
          </p:cNvPr>
          <p:cNvCxnSpPr>
            <a:cxnSpLocks/>
            <a:stCxn id="11" idx="7"/>
            <a:endCxn id="10" idx="5"/>
          </p:cNvCxnSpPr>
          <p:nvPr/>
        </p:nvCxnSpPr>
        <p:spPr>
          <a:xfrm flipV="1">
            <a:off x="3972883" y="1099984"/>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AF8A8466-36AE-D5EE-5ACC-D37960C01612}"/>
              </a:ext>
            </a:extLst>
          </p:cNvPr>
          <p:cNvCxnSpPr>
            <a:cxnSpLocks/>
            <a:stCxn id="11" idx="0"/>
            <a:endCxn id="10" idx="4"/>
          </p:cNvCxnSpPr>
          <p:nvPr/>
        </p:nvCxnSpPr>
        <p:spPr>
          <a:xfrm flipV="1">
            <a:off x="3745893" y="1185459"/>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C0E3E956-798A-A64A-DC8C-7DEDC0AB7065}"/>
              </a:ext>
            </a:extLst>
          </p:cNvPr>
          <p:cNvCxnSpPr>
            <a:cxnSpLocks/>
            <a:stCxn id="10" idx="3"/>
            <a:endCxn id="11" idx="1"/>
          </p:cNvCxnSpPr>
          <p:nvPr/>
        </p:nvCxnSpPr>
        <p:spPr>
          <a:xfrm>
            <a:off x="3518903" y="1099984"/>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683BEAF3-CEC8-0F60-9C66-F565EEA4BC2F}"/>
              </a:ext>
            </a:extLst>
          </p:cNvPr>
          <p:cNvSpPr txBox="1"/>
          <p:nvPr/>
        </p:nvSpPr>
        <p:spPr>
          <a:xfrm>
            <a:off x="3711616" y="1769118"/>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55" name="TextBox 54">
            <a:extLst>
              <a:ext uri="{FF2B5EF4-FFF2-40B4-BE49-F238E27FC236}">
                <a16:creationId xmlns:a16="http://schemas.microsoft.com/office/drawing/2014/main" id="{3756CCE8-3F08-DB92-3C6E-98DBCDB7A8C2}"/>
              </a:ext>
            </a:extLst>
          </p:cNvPr>
          <p:cNvSpPr txBox="1"/>
          <p:nvPr/>
        </p:nvSpPr>
        <p:spPr>
          <a:xfrm>
            <a:off x="3959777" y="1784553"/>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56" name="TextBox 55">
            <a:extLst>
              <a:ext uri="{FF2B5EF4-FFF2-40B4-BE49-F238E27FC236}">
                <a16:creationId xmlns:a16="http://schemas.microsoft.com/office/drawing/2014/main" id="{29EC42B8-8107-6B0B-C690-48BBCF1812F0}"/>
              </a:ext>
            </a:extLst>
          </p:cNvPr>
          <p:cNvSpPr txBox="1"/>
          <p:nvPr/>
        </p:nvSpPr>
        <p:spPr>
          <a:xfrm>
            <a:off x="3448685" y="1769118"/>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57" name="TextBox 56">
            <a:extLst>
              <a:ext uri="{FF2B5EF4-FFF2-40B4-BE49-F238E27FC236}">
                <a16:creationId xmlns:a16="http://schemas.microsoft.com/office/drawing/2014/main" id="{D8B0B80E-0BD7-A068-2681-1058C1D8A91D}"/>
              </a:ext>
            </a:extLst>
          </p:cNvPr>
          <p:cNvSpPr txBox="1"/>
          <p:nvPr/>
        </p:nvSpPr>
        <p:spPr>
          <a:xfrm>
            <a:off x="2417715" y="1000793"/>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8" name="TextBox 57">
            <a:extLst>
              <a:ext uri="{FF2B5EF4-FFF2-40B4-BE49-F238E27FC236}">
                <a16:creationId xmlns:a16="http://schemas.microsoft.com/office/drawing/2014/main" id="{386E8C21-8282-78FD-4B7C-AB252F25FBAB}"/>
              </a:ext>
            </a:extLst>
          </p:cNvPr>
          <p:cNvSpPr txBox="1"/>
          <p:nvPr/>
        </p:nvSpPr>
        <p:spPr>
          <a:xfrm>
            <a:off x="2356944" y="2899585"/>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9" name="TextBox 58">
            <a:extLst>
              <a:ext uri="{FF2B5EF4-FFF2-40B4-BE49-F238E27FC236}">
                <a16:creationId xmlns:a16="http://schemas.microsoft.com/office/drawing/2014/main" id="{B2B2AA3D-1602-0619-A0BF-6BA5313507CA}"/>
              </a:ext>
            </a:extLst>
          </p:cNvPr>
          <p:cNvSpPr txBox="1"/>
          <p:nvPr/>
        </p:nvSpPr>
        <p:spPr>
          <a:xfrm>
            <a:off x="4826563" y="2935583"/>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0" name="TextBox 59">
            <a:extLst>
              <a:ext uri="{FF2B5EF4-FFF2-40B4-BE49-F238E27FC236}">
                <a16:creationId xmlns:a16="http://schemas.microsoft.com/office/drawing/2014/main" id="{B890530F-2214-670C-9180-A8C36545DC27}"/>
              </a:ext>
            </a:extLst>
          </p:cNvPr>
          <p:cNvSpPr txBox="1"/>
          <p:nvPr/>
        </p:nvSpPr>
        <p:spPr>
          <a:xfrm>
            <a:off x="4766446" y="1021339"/>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2" name="Oval 61">
            <a:extLst>
              <a:ext uri="{FF2B5EF4-FFF2-40B4-BE49-F238E27FC236}">
                <a16:creationId xmlns:a16="http://schemas.microsoft.com/office/drawing/2014/main" id="{3BE86368-863B-639A-13BC-A2E507A5420E}"/>
              </a:ext>
            </a:extLst>
          </p:cNvPr>
          <p:cNvSpPr/>
          <p:nvPr/>
        </p:nvSpPr>
        <p:spPr>
          <a:xfrm>
            <a:off x="10216104" y="1866564"/>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63" name="Oval 62">
            <a:extLst>
              <a:ext uri="{FF2B5EF4-FFF2-40B4-BE49-F238E27FC236}">
                <a16:creationId xmlns:a16="http://schemas.microsoft.com/office/drawing/2014/main" id="{7F00E15C-9B9D-2A15-B1CE-F1FD4E4DCCDA}"/>
              </a:ext>
            </a:extLst>
          </p:cNvPr>
          <p:cNvSpPr/>
          <p:nvPr/>
        </p:nvSpPr>
        <p:spPr>
          <a:xfrm>
            <a:off x="7960741" y="584515"/>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64" name="Oval 63">
            <a:extLst>
              <a:ext uri="{FF2B5EF4-FFF2-40B4-BE49-F238E27FC236}">
                <a16:creationId xmlns:a16="http://schemas.microsoft.com/office/drawing/2014/main" id="{8F3FD97A-574B-70CD-0C97-34D257FD41E7}"/>
              </a:ext>
            </a:extLst>
          </p:cNvPr>
          <p:cNvSpPr/>
          <p:nvPr/>
        </p:nvSpPr>
        <p:spPr>
          <a:xfrm>
            <a:off x="7960741" y="3148508"/>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65" name="Straight Arrow Connector 64">
            <a:extLst>
              <a:ext uri="{FF2B5EF4-FFF2-40B4-BE49-F238E27FC236}">
                <a16:creationId xmlns:a16="http://schemas.microsoft.com/office/drawing/2014/main" id="{50CF92FA-63FC-5ECC-7654-3699773DF9F6}"/>
              </a:ext>
            </a:extLst>
          </p:cNvPr>
          <p:cNvCxnSpPr>
            <a:cxnSpLocks/>
            <a:endCxn id="63" idx="2"/>
          </p:cNvCxnSpPr>
          <p:nvPr/>
        </p:nvCxnSpPr>
        <p:spPr>
          <a:xfrm flipV="1">
            <a:off x="6253381" y="876345"/>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C55F5924-95B5-F011-0C8B-45F394F438B1}"/>
              </a:ext>
            </a:extLst>
          </p:cNvPr>
          <p:cNvCxnSpPr>
            <a:cxnSpLocks/>
            <a:endCxn id="64" idx="2"/>
          </p:cNvCxnSpPr>
          <p:nvPr/>
        </p:nvCxnSpPr>
        <p:spPr>
          <a:xfrm>
            <a:off x="6253381" y="2364748"/>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2225E34D-3878-E6B4-1699-EAA470267F9A}"/>
              </a:ext>
            </a:extLst>
          </p:cNvPr>
          <p:cNvCxnSpPr>
            <a:cxnSpLocks/>
            <a:stCxn id="63" idx="6"/>
            <a:endCxn id="62" idx="1"/>
          </p:cNvCxnSpPr>
          <p:nvPr/>
        </p:nvCxnSpPr>
        <p:spPr>
          <a:xfrm>
            <a:off x="8602767" y="876345"/>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3344EBFC-4307-115E-E867-19E6493A9D6E}"/>
              </a:ext>
            </a:extLst>
          </p:cNvPr>
          <p:cNvCxnSpPr>
            <a:cxnSpLocks/>
            <a:stCxn id="64" idx="6"/>
            <a:endCxn id="62" idx="3"/>
          </p:cNvCxnSpPr>
          <p:nvPr/>
        </p:nvCxnSpPr>
        <p:spPr>
          <a:xfrm flipV="1">
            <a:off x="8602767" y="2364748"/>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182FFF08-E074-E78D-FE7B-1BDBC9C5A84F}"/>
              </a:ext>
            </a:extLst>
          </p:cNvPr>
          <p:cNvCxnSpPr>
            <a:cxnSpLocks/>
            <a:stCxn id="64" idx="7"/>
            <a:endCxn id="63" idx="5"/>
          </p:cNvCxnSpPr>
          <p:nvPr/>
        </p:nvCxnSpPr>
        <p:spPr>
          <a:xfrm flipV="1">
            <a:off x="8508744" y="1082699"/>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2A908E9C-05A5-E4A5-A938-38F94452AA0A}"/>
              </a:ext>
            </a:extLst>
          </p:cNvPr>
          <p:cNvCxnSpPr>
            <a:cxnSpLocks/>
            <a:stCxn id="64" idx="0"/>
            <a:endCxn id="63" idx="4"/>
          </p:cNvCxnSpPr>
          <p:nvPr/>
        </p:nvCxnSpPr>
        <p:spPr>
          <a:xfrm flipV="1">
            <a:off x="8281754" y="1168174"/>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E3CA6E9C-DC85-9749-42A8-F4CD004F0A33}"/>
              </a:ext>
            </a:extLst>
          </p:cNvPr>
          <p:cNvCxnSpPr>
            <a:cxnSpLocks/>
            <a:stCxn id="63" idx="3"/>
            <a:endCxn id="64" idx="1"/>
          </p:cNvCxnSpPr>
          <p:nvPr/>
        </p:nvCxnSpPr>
        <p:spPr>
          <a:xfrm>
            <a:off x="8054764" y="1082699"/>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FD8A1DF4-F2FA-4BB9-F25D-F4A563BE6A5C}"/>
              </a:ext>
            </a:extLst>
          </p:cNvPr>
          <p:cNvSpPr txBox="1"/>
          <p:nvPr/>
        </p:nvSpPr>
        <p:spPr>
          <a:xfrm>
            <a:off x="8247477" y="1751833"/>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73" name="TextBox 72">
            <a:extLst>
              <a:ext uri="{FF2B5EF4-FFF2-40B4-BE49-F238E27FC236}">
                <a16:creationId xmlns:a16="http://schemas.microsoft.com/office/drawing/2014/main" id="{9A7BF773-9A97-5E54-D1BD-8DB94D100FC6}"/>
              </a:ext>
            </a:extLst>
          </p:cNvPr>
          <p:cNvSpPr txBox="1"/>
          <p:nvPr/>
        </p:nvSpPr>
        <p:spPr>
          <a:xfrm>
            <a:off x="8495638" y="1767268"/>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74" name="TextBox 73">
            <a:extLst>
              <a:ext uri="{FF2B5EF4-FFF2-40B4-BE49-F238E27FC236}">
                <a16:creationId xmlns:a16="http://schemas.microsoft.com/office/drawing/2014/main" id="{64F5C3B0-C0C7-8F1C-2E2E-64639DF4EC51}"/>
              </a:ext>
            </a:extLst>
          </p:cNvPr>
          <p:cNvSpPr txBox="1"/>
          <p:nvPr/>
        </p:nvSpPr>
        <p:spPr>
          <a:xfrm>
            <a:off x="7984546" y="1751833"/>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75" name="TextBox 74">
            <a:extLst>
              <a:ext uri="{FF2B5EF4-FFF2-40B4-BE49-F238E27FC236}">
                <a16:creationId xmlns:a16="http://schemas.microsoft.com/office/drawing/2014/main" id="{62A32E13-D9BD-40ED-A380-F604FD4D2D81}"/>
              </a:ext>
            </a:extLst>
          </p:cNvPr>
          <p:cNvSpPr txBox="1"/>
          <p:nvPr/>
        </p:nvSpPr>
        <p:spPr>
          <a:xfrm>
            <a:off x="6953576" y="983508"/>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6" name="TextBox 75">
            <a:extLst>
              <a:ext uri="{FF2B5EF4-FFF2-40B4-BE49-F238E27FC236}">
                <a16:creationId xmlns:a16="http://schemas.microsoft.com/office/drawing/2014/main" id="{5443ED59-F033-524F-B504-ACCFFF4FBE2A}"/>
              </a:ext>
            </a:extLst>
          </p:cNvPr>
          <p:cNvSpPr txBox="1"/>
          <p:nvPr/>
        </p:nvSpPr>
        <p:spPr>
          <a:xfrm>
            <a:off x="6892805" y="2882300"/>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7" name="TextBox 76">
            <a:extLst>
              <a:ext uri="{FF2B5EF4-FFF2-40B4-BE49-F238E27FC236}">
                <a16:creationId xmlns:a16="http://schemas.microsoft.com/office/drawing/2014/main" id="{2B12DD39-1977-5401-FFED-5092B35FFFE0}"/>
              </a:ext>
            </a:extLst>
          </p:cNvPr>
          <p:cNvSpPr txBox="1"/>
          <p:nvPr/>
        </p:nvSpPr>
        <p:spPr>
          <a:xfrm>
            <a:off x="9362424" y="2918298"/>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78" name="TextBox 77">
            <a:extLst>
              <a:ext uri="{FF2B5EF4-FFF2-40B4-BE49-F238E27FC236}">
                <a16:creationId xmlns:a16="http://schemas.microsoft.com/office/drawing/2014/main" id="{C6A8911C-ADCE-E072-5A08-C7CDD06861B1}"/>
              </a:ext>
            </a:extLst>
          </p:cNvPr>
          <p:cNvSpPr txBox="1"/>
          <p:nvPr/>
        </p:nvSpPr>
        <p:spPr>
          <a:xfrm>
            <a:off x="9302307" y="1004054"/>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2" name="Rectangle 1">
            <a:extLst>
              <a:ext uri="{FF2B5EF4-FFF2-40B4-BE49-F238E27FC236}">
                <a16:creationId xmlns:a16="http://schemas.microsoft.com/office/drawing/2014/main" id="{7721B708-8A67-EE21-BCAE-07CE2BDEE7A0}"/>
              </a:ext>
            </a:extLst>
          </p:cNvPr>
          <p:cNvSpPr/>
          <p:nvPr/>
        </p:nvSpPr>
        <p:spPr>
          <a:xfrm>
            <a:off x="443419" y="3887435"/>
            <a:ext cx="11226965" cy="2874180"/>
          </a:xfrm>
          <a:prstGeom prst="rect">
            <a:avLst/>
          </a:prstGeom>
          <a:solidFill>
            <a:srgbClr val="E5F4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latin typeface="Cambria" panose="02040503050406030204" pitchFamily="18" charset="0"/>
              </a:rPr>
              <a:t>We should be able to have all three possible alternatives for transition between CS and m if we passing by the cs by connecting dull/fit before charging station to dull/fit after charging station.</a:t>
            </a:r>
          </a:p>
          <a:p>
            <a:endParaRPr lang="en-US" dirty="0">
              <a:solidFill>
                <a:schemeClr val="tx1"/>
              </a:solidFill>
              <a:latin typeface="Cambria" panose="02040503050406030204" pitchFamily="18" charset="0"/>
            </a:endParaRPr>
          </a:p>
          <a:p>
            <a:pPr marL="285750" indent="-285750">
              <a:buFont typeface="Arial" panose="020B0604020202020204" pitchFamily="34" charset="0"/>
              <a:buChar char="•"/>
            </a:pPr>
            <a:r>
              <a:rPr lang="en-US" dirty="0">
                <a:solidFill>
                  <a:schemeClr val="tx1"/>
                </a:solidFill>
                <a:latin typeface="Cambria" panose="02040503050406030204" pitchFamily="18" charset="0"/>
              </a:rPr>
              <a:t>What would be the condition to be able to traverse the passing by link? </a:t>
            </a:r>
          </a:p>
          <a:p>
            <a:pPr marL="442913"/>
            <a:r>
              <a:rPr lang="en-US" dirty="0">
                <a:solidFill>
                  <a:schemeClr val="tx1"/>
                </a:solidFill>
                <a:latin typeface="Cambria" panose="02040503050406030204" pitchFamily="18" charset="0"/>
              </a:rPr>
              <a:t>Whenever the condition for visit is satisfied the condition for passing by is also satisfied because we have to be sure that the distance between n and Cs must be traversed and then it can travel the distance between CS and m without charging at CS.</a:t>
            </a:r>
          </a:p>
          <a:p>
            <a:pPr marL="442913"/>
            <a:endParaRPr lang="nb-NO" dirty="0">
              <a:solidFill>
                <a:schemeClr val="tx1"/>
              </a:solidFill>
              <a:latin typeface="Cambria" panose="02040503050406030204" pitchFamily="18" charset="0"/>
            </a:endParaRPr>
          </a:p>
          <a:p>
            <a:pPr marL="358775" indent="-358775">
              <a:buFont typeface="Arial" panose="020B0604020202020204" pitchFamily="34" charset="0"/>
              <a:buChar char="•"/>
            </a:pPr>
            <a:r>
              <a:rPr lang="en-US" dirty="0">
                <a:solidFill>
                  <a:schemeClr val="tx1"/>
                </a:solidFill>
                <a:latin typeface="Cambria" panose="02040503050406030204" pitchFamily="18" charset="0"/>
              </a:rPr>
              <a:t>By which REF? REF is added that only adds the distance (time) between CS to m and works as Start from CS towards m.</a:t>
            </a:r>
            <a:endParaRPr lang="nb-NO" dirty="0">
              <a:solidFill>
                <a:schemeClr val="tx1"/>
              </a:solidFill>
              <a:latin typeface="Cambria" panose="02040503050406030204" pitchFamily="18" charset="0"/>
            </a:endParaRPr>
          </a:p>
        </p:txBody>
      </p:sp>
      <p:sp>
        <p:nvSpPr>
          <p:cNvPr id="3" name="TextBox 2">
            <a:extLst>
              <a:ext uri="{FF2B5EF4-FFF2-40B4-BE49-F238E27FC236}">
                <a16:creationId xmlns:a16="http://schemas.microsoft.com/office/drawing/2014/main" id="{9CA1FA3A-5E1C-6F78-45DE-CD077F512561}"/>
              </a:ext>
            </a:extLst>
          </p:cNvPr>
          <p:cNvSpPr txBox="1"/>
          <p:nvPr/>
        </p:nvSpPr>
        <p:spPr>
          <a:xfrm>
            <a:off x="36120" y="96385"/>
            <a:ext cx="6094428" cy="369332"/>
          </a:xfrm>
          <a:prstGeom prst="rect">
            <a:avLst/>
          </a:prstGeom>
          <a:noFill/>
        </p:spPr>
        <p:txBody>
          <a:bodyPr wrap="square">
            <a:spAutoFit/>
          </a:bodyPr>
          <a:lstStyle/>
          <a:p>
            <a:r>
              <a:rPr lang="en-US" dirty="0">
                <a:solidFill>
                  <a:schemeClr val="tx1"/>
                </a:solidFill>
                <a:latin typeface="Cambria" panose="02040503050406030204" pitchFamily="18" charset="0"/>
              </a:rPr>
              <a:t>New setting:</a:t>
            </a:r>
            <a:endParaRPr lang="nb-NO" dirty="0">
              <a:latin typeface="Cambria" panose="02040503050406030204" pitchFamily="18" charset="0"/>
            </a:endParaRPr>
          </a:p>
        </p:txBody>
      </p:sp>
      <p:sp>
        <p:nvSpPr>
          <p:cNvPr id="6" name="Arrow: Curved Down 5">
            <a:extLst>
              <a:ext uri="{FF2B5EF4-FFF2-40B4-BE49-F238E27FC236}">
                <a16:creationId xmlns:a16="http://schemas.microsoft.com/office/drawing/2014/main" id="{158063AE-53B0-70F8-6DDF-9C2294E67FFC}"/>
              </a:ext>
            </a:extLst>
          </p:cNvPr>
          <p:cNvSpPr/>
          <p:nvPr/>
        </p:nvSpPr>
        <p:spPr>
          <a:xfrm>
            <a:off x="4717434" y="160504"/>
            <a:ext cx="2407555" cy="877447"/>
          </a:xfrm>
          <a:prstGeom prst="curvedDownArrow">
            <a:avLst>
              <a:gd name="adj1" fmla="val 0"/>
              <a:gd name="adj2" fmla="val 34839"/>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solidFill>
                <a:schemeClr val="tx1"/>
              </a:solidFill>
            </a:endParaRPr>
          </a:p>
        </p:txBody>
      </p:sp>
      <p:sp>
        <p:nvSpPr>
          <p:cNvPr id="8" name="TextBox 7">
            <a:extLst>
              <a:ext uri="{FF2B5EF4-FFF2-40B4-BE49-F238E27FC236}">
                <a16:creationId xmlns:a16="http://schemas.microsoft.com/office/drawing/2014/main" id="{B365BBA3-75CF-CB4D-4A64-F4E416C131A5}"/>
              </a:ext>
            </a:extLst>
          </p:cNvPr>
          <p:cNvSpPr txBox="1"/>
          <p:nvPr/>
        </p:nvSpPr>
        <p:spPr>
          <a:xfrm>
            <a:off x="5134842" y="362659"/>
            <a:ext cx="1682511" cy="221855"/>
          </a:xfrm>
          <a:prstGeom prst="rect">
            <a:avLst/>
          </a:prstGeom>
          <a:noFill/>
        </p:spPr>
        <p:txBody>
          <a:bodyPr wrap="square">
            <a:spAutoFit/>
          </a:bodyPr>
          <a:lstStyle/>
          <a:p>
            <a:r>
              <a:rPr lang="en-US" sz="800" b="1" dirty="0">
                <a:solidFill>
                  <a:schemeClr val="tx1"/>
                </a:solidFill>
              </a:rPr>
              <a:t>Passing CS without charging</a:t>
            </a:r>
            <a:endParaRPr lang="nb-NO" sz="800" b="1" dirty="0"/>
          </a:p>
        </p:txBody>
      </p:sp>
    </p:spTree>
    <p:extLst>
      <p:ext uri="{BB962C8B-B14F-4D97-AF65-F5344CB8AC3E}">
        <p14:creationId xmlns:p14="http://schemas.microsoft.com/office/powerpoint/2010/main" val="2086411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1A658-F07A-D9F9-3B43-31812B54D2C1}"/>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98D91706-B836-D023-09B2-C80FC21CAB9C}"/>
              </a:ext>
            </a:extLst>
          </p:cNvPr>
          <p:cNvSpPr/>
          <p:nvPr/>
        </p:nvSpPr>
        <p:spPr>
          <a:xfrm>
            <a:off x="1169517" y="200639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 name="Oval 8">
            <a:extLst>
              <a:ext uri="{FF2B5EF4-FFF2-40B4-BE49-F238E27FC236}">
                <a16:creationId xmlns:a16="http://schemas.microsoft.com/office/drawing/2014/main" id="{8B6FFB6E-9F68-1D52-4189-2D60391D6A2D}"/>
              </a:ext>
            </a:extLst>
          </p:cNvPr>
          <p:cNvSpPr/>
          <p:nvPr/>
        </p:nvSpPr>
        <p:spPr>
          <a:xfrm>
            <a:off x="5680243" y="200639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CS</a:t>
            </a:r>
          </a:p>
        </p:txBody>
      </p:sp>
      <p:sp>
        <p:nvSpPr>
          <p:cNvPr id="10" name="Oval 9">
            <a:extLst>
              <a:ext uri="{FF2B5EF4-FFF2-40B4-BE49-F238E27FC236}">
                <a16:creationId xmlns:a16="http://schemas.microsoft.com/office/drawing/2014/main" id="{CBD9226F-A802-0EAF-1B52-BF027712E6A8}"/>
              </a:ext>
            </a:extLst>
          </p:cNvPr>
          <p:cNvSpPr/>
          <p:nvPr/>
        </p:nvSpPr>
        <p:spPr>
          <a:xfrm>
            <a:off x="3424880" y="724348"/>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1" name="Oval 10">
            <a:extLst>
              <a:ext uri="{FF2B5EF4-FFF2-40B4-BE49-F238E27FC236}">
                <a16:creationId xmlns:a16="http://schemas.microsoft.com/office/drawing/2014/main" id="{1E333E33-6E5C-FC28-CF0F-E13573369312}"/>
              </a:ext>
            </a:extLst>
          </p:cNvPr>
          <p:cNvSpPr/>
          <p:nvPr/>
        </p:nvSpPr>
        <p:spPr>
          <a:xfrm>
            <a:off x="3424880" y="3288341"/>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9" name="Straight Arrow Connector 18">
            <a:extLst>
              <a:ext uri="{FF2B5EF4-FFF2-40B4-BE49-F238E27FC236}">
                <a16:creationId xmlns:a16="http://schemas.microsoft.com/office/drawing/2014/main" id="{D59AFACF-5DC1-1EA7-5008-F30E08986342}"/>
              </a:ext>
            </a:extLst>
          </p:cNvPr>
          <p:cNvCxnSpPr>
            <a:cxnSpLocks/>
            <a:stCxn id="4" idx="7"/>
            <a:endCxn id="10" idx="2"/>
          </p:cNvCxnSpPr>
          <p:nvPr/>
        </p:nvCxnSpPr>
        <p:spPr>
          <a:xfrm flipV="1">
            <a:off x="1717520" y="1016178"/>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6A33B45-3A54-392F-F871-0B29B25C5CC4}"/>
              </a:ext>
            </a:extLst>
          </p:cNvPr>
          <p:cNvCxnSpPr>
            <a:cxnSpLocks/>
            <a:stCxn id="4" idx="5"/>
            <a:endCxn id="11" idx="2"/>
          </p:cNvCxnSpPr>
          <p:nvPr/>
        </p:nvCxnSpPr>
        <p:spPr>
          <a:xfrm>
            <a:off x="1717520" y="2504581"/>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6D991DF7-A991-0BD7-DE10-B6318A753E81}"/>
              </a:ext>
            </a:extLst>
          </p:cNvPr>
          <p:cNvCxnSpPr>
            <a:cxnSpLocks/>
            <a:stCxn id="10" idx="6"/>
            <a:endCxn id="9" idx="1"/>
          </p:cNvCxnSpPr>
          <p:nvPr/>
        </p:nvCxnSpPr>
        <p:spPr>
          <a:xfrm>
            <a:off x="4066906" y="1016178"/>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0CADA2D5-7BA7-9650-B897-0F67EC631B07}"/>
              </a:ext>
            </a:extLst>
          </p:cNvPr>
          <p:cNvCxnSpPr>
            <a:cxnSpLocks/>
            <a:stCxn id="11" idx="6"/>
            <a:endCxn id="9" idx="3"/>
          </p:cNvCxnSpPr>
          <p:nvPr/>
        </p:nvCxnSpPr>
        <p:spPr>
          <a:xfrm flipV="1">
            <a:off x="4066906" y="2504581"/>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699D2006-A1DF-DCA7-03ED-82D5BCFB0431}"/>
              </a:ext>
            </a:extLst>
          </p:cNvPr>
          <p:cNvCxnSpPr>
            <a:cxnSpLocks/>
            <a:stCxn id="11" idx="7"/>
            <a:endCxn id="10" idx="5"/>
          </p:cNvCxnSpPr>
          <p:nvPr/>
        </p:nvCxnSpPr>
        <p:spPr>
          <a:xfrm flipV="1">
            <a:off x="3972883" y="1222532"/>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F1FE4061-BF0E-A311-B904-0FBC8F5F7E40}"/>
              </a:ext>
            </a:extLst>
          </p:cNvPr>
          <p:cNvCxnSpPr>
            <a:cxnSpLocks/>
            <a:stCxn id="11" idx="0"/>
            <a:endCxn id="10" idx="4"/>
          </p:cNvCxnSpPr>
          <p:nvPr/>
        </p:nvCxnSpPr>
        <p:spPr>
          <a:xfrm flipV="1">
            <a:off x="3745893" y="1308007"/>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8B93B88A-C119-0EAE-D74B-5190CC92050F}"/>
              </a:ext>
            </a:extLst>
          </p:cNvPr>
          <p:cNvCxnSpPr>
            <a:cxnSpLocks/>
            <a:stCxn id="10" idx="3"/>
            <a:endCxn id="11" idx="1"/>
          </p:cNvCxnSpPr>
          <p:nvPr/>
        </p:nvCxnSpPr>
        <p:spPr>
          <a:xfrm>
            <a:off x="3518903" y="1222532"/>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0940A085-17ED-5103-EC5C-0315120C1543}"/>
              </a:ext>
            </a:extLst>
          </p:cNvPr>
          <p:cNvSpPr txBox="1"/>
          <p:nvPr/>
        </p:nvSpPr>
        <p:spPr>
          <a:xfrm>
            <a:off x="3711616" y="1891666"/>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55" name="TextBox 54">
            <a:extLst>
              <a:ext uri="{FF2B5EF4-FFF2-40B4-BE49-F238E27FC236}">
                <a16:creationId xmlns:a16="http://schemas.microsoft.com/office/drawing/2014/main" id="{730846E8-75DA-EA99-1D18-A6ECC6CDABD5}"/>
              </a:ext>
            </a:extLst>
          </p:cNvPr>
          <p:cNvSpPr txBox="1"/>
          <p:nvPr/>
        </p:nvSpPr>
        <p:spPr>
          <a:xfrm>
            <a:off x="3959777" y="1907101"/>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56" name="TextBox 55">
            <a:extLst>
              <a:ext uri="{FF2B5EF4-FFF2-40B4-BE49-F238E27FC236}">
                <a16:creationId xmlns:a16="http://schemas.microsoft.com/office/drawing/2014/main" id="{67933F99-80F2-83BC-9FF1-B609F9677351}"/>
              </a:ext>
            </a:extLst>
          </p:cNvPr>
          <p:cNvSpPr txBox="1"/>
          <p:nvPr/>
        </p:nvSpPr>
        <p:spPr>
          <a:xfrm>
            <a:off x="3448685" y="1891666"/>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57" name="TextBox 56">
            <a:extLst>
              <a:ext uri="{FF2B5EF4-FFF2-40B4-BE49-F238E27FC236}">
                <a16:creationId xmlns:a16="http://schemas.microsoft.com/office/drawing/2014/main" id="{DD513C49-E804-9EAD-FC8E-6E5CA016BDD3}"/>
              </a:ext>
            </a:extLst>
          </p:cNvPr>
          <p:cNvSpPr txBox="1"/>
          <p:nvPr/>
        </p:nvSpPr>
        <p:spPr>
          <a:xfrm>
            <a:off x="2417715" y="1123341"/>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8" name="TextBox 57">
            <a:extLst>
              <a:ext uri="{FF2B5EF4-FFF2-40B4-BE49-F238E27FC236}">
                <a16:creationId xmlns:a16="http://schemas.microsoft.com/office/drawing/2014/main" id="{21CCF771-4B02-BB34-EB78-A8797719FBC0}"/>
              </a:ext>
            </a:extLst>
          </p:cNvPr>
          <p:cNvSpPr txBox="1"/>
          <p:nvPr/>
        </p:nvSpPr>
        <p:spPr>
          <a:xfrm>
            <a:off x="2356944" y="3022133"/>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9" name="TextBox 58">
            <a:extLst>
              <a:ext uri="{FF2B5EF4-FFF2-40B4-BE49-F238E27FC236}">
                <a16:creationId xmlns:a16="http://schemas.microsoft.com/office/drawing/2014/main" id="{CE241E24-D1A5-8961-30D4-A6A6212FBC0A}"/>
              </a:ext>
            </a:extLst>
          </p:cNvPr>
          <p:cNvSpPr txBox="1"/>
          <p:nvPr/>
        </p:nvSpPr>
        <p:spPr>
          <a:xfrm>
            <a:off x="4826563" y="3058131"/>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0" name="TextBox 59">
            <a:extLst>
              <a:ext uri="{FF2B5EF4-FFF2-40B4-BE49-F238E27FC236}">
                <a16:creationId xmlns:a16="http://schemas.microsoft.com/office/drawing/2014/main" id="{E9CE063B-2987-1DF0-07A4-553B7D89659F}"/>
              </a:ext>
            </a:extLst>
          </p:cNvPr>
          <p:cNvSpPr txBox="1"/>
          <p:nvPr/>
        </p:nvSpPr>
        <p:spPr>
          <a:xfrm>
            <a:off x="4766446" y="1143887"/>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2" name="Oval 61">
            <a:extLst>
              <a:ext uri="{FF2B5EF4-FFF2-40B4-BE49-F238E27FC236}">
                <a16:creationId xmlns:a16="http://schemas.microsoft.com/office/drawing/2014/main" id="{A3BCD66F-2620-D8A7-9D43-CA8A85A33FA5}"/>
              </a:ext>
            </a:extLst>
          </p:cNvPr>
          <p:cNvSpPr/>
          <p:nvPr/>
        </p:nvSpPr>
        <p:spPr>
          <a:xfrm>
            <a:off x="10216104" y="1989112"/>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63" name="Oval 62">
            <a:extLst>
              <a:ext uri="{FF2B5EF4-FFF2-40B4-BE49-F238E27FC236}">
                <a16:creationId xmlns:a16="http://schemas.microsoft.com/office/drawing/2014/main" id="{36626842-8A34-0206-10F1-BA87FF8FEEFF}"/>
              </a:ext>
            </a:extLst>
          </p:cNvPr>
          <p:cNvSpPr/>
          <p:nvPr/>
        </p:nvSpPr>
        <p:spPr>
          <a:xfrm>
            <a:off x="7960741" y="70706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64" name="Oval 63">
            <a:extLst>
              <a:ext uri="{FF2B5EF4-FFF2-40B4-BE49-F238E27FC236}">
                <a16:creationId xmlns:a16="http://schemas.microsoft.com/office/drawing/2014/main" id="{86F1D6C0-5482-CAF0-DB0F-D739263C5AE8}"/>
              </a:ext>
            </a:extLst>
          </p:cNvPr>
          <p:cNvSpPr/>
          <p:nvPr/>
        </p:nvSpPr>
        <p:spPr>
          <a:xfrm>
            <a:off x="7960741" y="327105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65" name="Straight Arrow Connector 64">
            <a:extLst>
              <a:ext uri="{FF2B5EF4-FFF2-40B4-BE49-F238E27FC236}">
                <a16:creationId xmlns:a16="http://schemas.microsoft.com/office/drawing/2014/main" id="{4F4AF764-491E-B79B-46CB-2A62056E7AFD}"/>
              </a:ext>
            </a:extLst>
          </p:cNvPr>
          <p:cNvCxnSpPr>
            <a:cxnSpLocks/>
            <a:endCxn id="63" idx="2"/>
          </p:cNvCxnSpPr>
          <p:nvPr/>
        </p:nvCxnSpPr>
        <p:spPr>
          <a:xfrm flipV="1">
            <a:off x="6253381" y="998893"/>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06275D5D-7FEA-7B69-D088-CEBD57432AE2}"/>
              </a:ext>
            </a:extLst>
          </p:cNvPr>
          <p:cNvCxnSpPr>
            <a:cxnSpLocks/>
            <a:endCxn id="64" idx="2"/>
          </p:cNvCxnSpPr>
          <p:nvPr/>
        </p:nvCxnSpPr>
        <p:spPr>
          <a:xfrm>
            <a:off x="6253381" y="2487296"/>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743288D7-0961-2AF5-79AA-1198C532C358}"/>
              </a:ext>
            </a:extLst>
          </p:cNvPr>
          <p:cNvCxnSpPr>
            <a:cxnSpLocks/>
            <a:stCxn id="63" idx="6"/>
            <a:endCxn id="62" idx="1"/>
          </p:cNvCxnSpPr>
          <p:nvPr/>
        </p:nvCxnSpPr>
        <p:spPr>
          <a:xfrm>
            <a:off x="8602767" y="998893"/>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52C3C2A6-A20B-1A6C-5787-9104252BFA8E}"/>
              </a:ext>
            </a:extLst>
          </p:cNvPr>
          <p:cNvCxnSpPr>
            <a:cxnSpLocks/>
            <a:stCxn id="64" idx="6"/>
            <a:endCxn id="62" idx="3"/>
          </p:cNvCxnSpPr>
          <p:nvPr/>
        </p:nvCxnSpPr>
        <p:spPr>
          <a:xfrm flipV="1">
            <a:off x="8602767" y="2487296"/>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DFC751FB-CECF-34B3-F9A2-7C1317FD70A4}"/>
              </a:ext>
            </a:extLst>
          </p:cNvPr>
          <p:cNvCxnSpPr>
            <a:cxnSpLocks/>
            <a:stCxn id="64" idx="7"/>
            <a:endCxn id="63" idx="5"/>
          </p:cNvCxnSpPr>
          <p:nvPr/>
        </p:nvCxnSpPr>
        <p:spPr>
          <a:xfrm flipV="1">
            <a:off x="8508744" y="1205247"/>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E694B697-04C5-874B-1B6D-1D05D3132B3D}"/>
              </a:ext>
            </a:extLst>
          </p:cNvPr>
          <p:cNvCxnSpPr>
            <a:cxnSpLocks/>
            <a:stCxn id="64" idx="0"/>
            <a:endCxn id="63" idx="4"/>
          </p:cNvCxnSpPr>
          <p:nvPr/>
        </p:nvCxnSpPr>
        <p:spPr>
          <a:xfrm flipV="1">
            <a:off x="8281754" y="1290722"/>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5E49DDFD-50C4-53E4-F37D-5F7C91313D9E}"/>
              </a:ext>
            </a:extLst>
          </p:cNvPr>
          <p:cNvCxnSpPr>
            <a:cxnSpLocks/>
            <a:stCxn id="63" idx="3"/>
            <a:endCxn id="64" idx="1"/>
          </p:cNvCxnSpPr>
          <p:nvPr/>
        </p:nvCxnSpPr>
        <p:spPr>
          <a:xfrm>
            <a:off x="8054764" y="1205247"/>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B7529908-4B3D-837C-66AB-08F18C18CF65}"/>
              </a:ext>
            </a:extLst>
          </p:cNvPr>
          <p:cNvSpPr txBox="1"/>
          <p:nvPr/>
        </p:nvSpPr>
        <p:spPr>
          <a:xfrm>
            <a:off x="8247477" y="1874381"/>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73" name="TextBox 72">
            <a:extLst>
              <a:ext uri="{FF2B5EF4-FFF2-40B4-BE49-F238E27FC236}">
                <a16:creationId xmlns:a16="http://schemas.microsoft.com/office/drawing/2014/main" id="{B5845BAA-4F1C-5809-A9AC-9E3DC2F1AFD3}"/>
              </a:ext>
            </a:extLst>
          </p:cNvPr>
          <p:cNvSpPr txBox="1"/>
          <p:nvPr/>
        </p:nvSpPr>
        <p:spPr>
          <a:xfrm>
            <a:off x="8495638" y="1889816"/>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74" name="TextBox 73">
            <a:extLst>
              <a:ext uri="{FF2B5EF4-FFF2-40B4-BE49-F238E27FC236}">
                <a16:creationId xmlns:a16="http://schemas.microsoft.com/office/drawing/2014/main" id="{7E4B59A1-DE11-6174-96FE-FFD0664865D2}"/>
              </a:ext>
            </a:extLst>
          </p:cNvPr>
          <p:cNvSpPr txBox="1"/>
          <p:nvPr/>
        </p:nvSpPr>
        <p:spPr>
          <a:xfrm>
            <a:off x="7984546" y="1874381"/>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75" name="TextBox 74">
            <a:extLst>
              <a:ext uri="{FF2B5EF4-FFF2-40B4-BE49-F238E27FC236}">
                <a16:creationId xmlns:a16="http://schemas.microsoft.com/office/drawing/2014/main" id="{BE1E2799-1F9E-2C83-BBFF-083E555576AB}"/>
              </a:ext>
            </a:extLst>
          </p:cNvPr>
          <p:cNvSpPr txBox="1"/>
          <p:nvPr/>
        </p:nvSpPr>
        <p:spPr>
          <a:xfrm>
            <a:off x="6953576" y="1106056"/>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6" name="TextBox 75">
            <a:extLst>
              <a:ext uri="{FF2B5EF4-FFF2-40B4-BE49-F238E27FC236}">
                <a16:creationId xmlns:a16="http://schemas.microsoft.com/office/drawing/2014/main" id="{6AA3F60C-0199-3957-999A-C4A092FE29E6}"/>
              </a:ext>
            </a:extLst>
          </p:cNvPr>
          <p:cNvSpPr txBox="1"/>
          <p:nvPr/>
        </p:nvSpPr>
        <p:spPr>
          <a:xfrm>
            <a:off x="6892805" y="3004848"/>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7" name="TextBox 76">
            <a:extLst>
              <a:ext uri="{FF2B5EF4-FFF2-40B4-BE49-F238E27FC236}">
                <a16:creationId xmlns:a16="http://schemas.microsoft.com/office/drawing/2014/main" id="{29167FAA-8652-5C66-9257-1CFF18A57140}"/>
              </a:ext>
            </a:extLst>
          </p:cNvPr>
          <p:cNvSpPr txBox="1"/>
          <p:nvPr/>
        </p:nvSpPr>
        <p:spPr>
          <a:xfrm>
            <a:off x="9362424" y="3040846"/>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78" name="TextBox 77">
            <a:extLst>
              <a:ext uri="{FF2B5EF4-FFF2-40B4-BE49-F238E27FC236}">
                <a16:creationId xmlns:a16="http://schemas.microsoft.com/office/drawing/2014/main" id="{4D75A0D2-8E3B-53DA-EB0A-F1831CF2FE20}"/>
              </a:ext>
            </a:extLst>
          </p:cNvPr>
          <p:cNvSpPr txBox="1"/>
          <p:nvPr/>
        </p:nvSpPr>
        <p:spPr>
          <a:xfrm>
            <a:off x="9302307" y="1126602"/>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2" name="Rectangle 1">
            <a:extLst>
              <a:ext uri="{FF2B5EF4-FFF2-40B4-BE49-F238E27FC236}">
                <a16:creationId xmlns:a16="http://schemas.microsoft.com/office/drawing/2014/main" id="{8EF4D068-41A8-04BF-F337-34CC72034B14}"/>
              </a:ext>
            </a:extLst>
          </p:cNvPr>
          <p:cNvSpPr/>
          <p:nvPr/>
        </p:nvSpPr>
        <p:spPr>
          <a:xfrm>
            <a:off x="443419" y="4655759"/>
            <a:ext cx="11226965" cy="1897161"/>
          </a:xfrm>
          <a:prstGeom prst="rect">
            <a:avLst/>
          </a:prstGeom>
          <a:solidFill>
            <a:srgbClr val="E5F4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latin typeface="Cambria" panose="02040503050406030204" pitchFamily="18" charset="0"/>
              </a:rPr>
              <a:t>First alternative for passing CS is connecting fit before CS to fit after CS which means we are in “fit” after CS and there will be </a:t>
            </a:r>
            <a:r>
              <a:rPr lang="en-US" b="1" dirty="0">
                <a:solidFill>
                  <a:schemeClr val="tx1"/>
                </a:solidFill>
                <a:latin typeface="Cambria" panose="02040503050406030204" pitchFamily="18" charset="0"/>
              </a:rPr>
              <a:t>two</a:t>
            </a:r>
            <a:r>
              <a:rPr lang="en-US" dirty="0">
                <a:solidFill>
                  <a:schemeClr val="tx1"/>
                </a:solidFill>
                <a:latin typeface="Cambria" panose="02040503050406030204" pitchFamily="18" charset="0"/>
              </a:rPr>
              <a:t> options for traveling the virtual graph between CS and m:</a:t>
            </a:r>
          </a:p>
          <a:p>
            <a:pPr marL="285750" indent="-285750">
              <a:buFont typeface="Arial" panose="020B0604020202020204" pitchFamily="34" charset="0"/>
              <a:buChar char="•"/>
            </a:pPr>
            <a:endParaRPr lang="en-US" dirty="0">
              <a:solidFill>
                <a:schemeClr val="tx1"/>
              </a:solidFill>
              <a:latin typeface="Cambria" panose="02040503050406030204" pitchFamily="18" charset="0"/>
            </a:endParaRPr>
          </a:p>
          <a:p>
            <a:pPr marL="688975" indent="-342900">
              <a:buFont typeface="+mj-lt"/>
              <a:buAutoNum type="arabicPeriod"/>
            </a:pPr>
            <a:r>
              <a:rPr lang="en-US" dirty="0">
                <a:solidFill>
                  <a:schemeClr val="tx1"/>
                </a:solidFill>
                <a:latin typeface="Cambria" panose="02040503050406030204" pitchFamily="18" charset="0"/>
              </a:rPr>
              <a:t>Driving </a:t>
            </a:r>
            <a:r>
              <a:rPr lang="en-US" dirty="0">
                <a:solidFill>
                  <a:schemeClr val="tx1"/>
                </a:solidFill>
                <a:latin typeface="Cambria" panose="02040503050406030204" pitchFamily="18" charset="0"/>
                <a:sym typeface="Wingdings" panose="05000000000000000000" pitchFamily="2" charset="2"/>
              </a:rPr>
              <a:t> </a:t>
            </a:r>
            <a:r>
              <a:rPr lang="en-US" dirty="0">
                <a:solidFill>
                  <a:schemeClr val="tx1"/>
                </a:solidFill>
                <a:latin typeface="Cambria" panose="02040503050406030204" pitchFamily="18" charset="0"/>
              </a:rPr>
              <a:t>visit (red path)</a:t>
            </a:r>
          </a:p>
          <a:p>
            <a:pPr marL="285750" indent="-285750">
              <a:buFont typeface="Arial" panose="020B0604020202020204" pitchFamily="34" charset="0"/>
              <a:buChar char="•"/>
            </a:pPr>
            <a:endParaRPr lang="en-US" dirty="0">
              <a:solidFill>
                <a:schemeClr val="tx1"/>
              </a:solidFill>
              <a:latin typeface="Cambria" panose="02040503050406030204" pitchFamily="18" charset="0"/>
            </a:endParaRPr>
          </a:p>
          <a:p>
            <a:endParaRPr lang="en-US" dirty="0">
              <a:solidFill>
                <a:schemeClr val="tx1"/>
              </a:solidFill>
              <a:latin typeface="Cambria" panose="02040503050406030204" pitchFamily="18" charset="0"/>
            </a:endParaRPr>
          </a:p>
        </p:txBody>
      </p:sp>
      <p:sp>
        <p:nvSpPr>
          <p:cNvPr id="3" name="TextBox 2">
            <a:extLst>
              <a:ext uri="{FF2B5EF4-FFF2-40B4-BE49-F238E27FC236}">
                <a16:creationId xmlns:a16="http://schemas.microsoft.com/office/drawing/2014/main" id="{0F1B3997-339E-7D37-4265-0B86510B7114}"/>
              </a:ext>
            </a:extLst>
          </p:cNvPr>
          <p:cNvSpPr txBox="1"/>
          <p:nvPr/>
        </p:nvSpPr>
        <p:spPr>
          <a:xfrm>
            <a:off x="1571" y="106496"/>
            <a:ext cx="6094428" cy="369332"/>
          </a:xfrm>
          <a:prstGeom prst="rect">
            <a:avLst/>
          </a:prstGeom>
          <a:noFill/>
        </p:spPr>
        <p:txBody>
          <a:bodyPr wrap="square">
            <a:spAutoFit/>
          </a:bodyPr>
          <a:lstStyle/>
          <a:p>
            <a:r>
              <a:rPr lang="en-US" dirty="0">
                <a:solidFill>
                  <a:schemeClr val="tx1"/>
                </a:solidFill>
                <a:latin typeface="Cambria" panose="02040503050406030204" pitchFamily="18" charset="0"/>
              </a:rPr>
              <a:t>We are in dull/fit and able to visit: </a:t>
            </a:r>
          </a:p>
        </p:txBody>
      </p:sp>
      <p:sp>
        <p:nvSpPr>
          <p:cNvPr id="6" name="Arrow: Curved Down 5">
            <a:extLst>
              <a:ext uri="{FF2B5EF4-FFF2-40B4-BE49-F238E27FC236}">
                <a16:creationId xmlns:a16="http://schemas.microsoft.com/office/drawing/2014/main" id="{67C3B880-6B40-6254-62E9-129D4CDC578F}"/>
              </a:ext>
            </a:extLst>
          </p:cNvPr>
          <p:cNvSpPr/>
          <p:nvPr/>
        </p:nvSpPr>
        <p:spPr>
          <a:xfrm>
            <a:off x="3863230" y="160107"/>
            <a:ext cx="4465539" cy="563844"/>
          </a:xfrm>
          <a:prstGeom prst="curvedDownArrow">
            <a:avLst>
              <a:gd name="adj1" fmla="val 0"/>
              <a:gd name="adj2" fmla="val 34839"/>
              <a:gd name="adj3" fmla="val 25000"/>
            </a:avLst>
          </a:prstGeom>
          <a:solidFill>
            <a:srgbClr val="00B050"/>
          </a:solid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solidFill>
                <a:schemeClr val="tx1"/>
              </a:solidFill>
            </a:endParaRPr>
          </a:p>
        </p:txBody>
      </p:sp>
      <p:cxnSp>
        <p:nvCxnSpPr>
          <p:cNvPr id="13" name="Straight Connector 12">
            <a:extLst>
              <a:ext uri="{FF2B5EF4-FFF2-40B4-BE49-F238E27FC236}">
                <a16:creationId xmlns:a16="http://schemas.microsoft.com/office/drawing/2014/main" id="{36FA39C8-D054-3EA3-8918-32521FDCABD2}"/>
              </a:ext>
            </a:extLst>
          </p:cNvPr>
          <p:cNvCxnSpPr>
            <a:cxnSpLocks/>
          </p:cNvCxnSpPr>
          <p:nvPr/>
        </p:nvCxnSpPr>
        <p:spPr>
          <a:xfrm>
            <a:off x="3507034" y="1212479"/>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4" name="Straight Connector 13">
            <a:extLst>
              <a:ext uri="{FF2B5EF4-FFF2-40B4-BE49-F238E27FC236}">
                <a16:creationId xmlns:a16="http://schemas.microsoft.com/office/drawing/2014/main" id="{786F93D9-9B63-95A8-1A9F-EA08BB3319D6}"/>
              </a:ext>
            </a:extLst>
          </p:cNvPr>
          <p:cNvCxnSpPr>
            <a:cxnSpLocks/>
            <a:stCxn id="10" idx="4"/>
            <a:endCxn id="11" idx="0"/>
          </p:cNvCxnSpPr>
          <p:nvPr/>
        </p:nvCxnSpPr>
        <p:spPr>
          <a:xfrm>
            <a:off x="3745893" y="1308007"/>
            <a:ext cx="0" cy="198033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5" name="Straight Connector 14">
            <a:extLst>
              <a:ext uri="{FF2B5EF4-FFF2-40B4-BE49-F238E27FC236}">
                <a16:creationId xmlns:a16="http://schemas.microsoft.com/office/drawing/2014/main" id="{FA2A0E2E-0E68-6107-4912-FF742AD1BF46}"/>
              </a:ext>
            </a:extLst>
          </p:cNvPr>
          <p:cNvCxnSpPr>
            <a:cxnSpLocks/>
            <a:endCxn id="11" idx="7"/>
          </p:cNvCxnSpPr>
          <p:nvPr/>
        </p:nvCxnSpPr>
        <p:spPr>
          <a:xfrm>
            <a:off x="3955373" y="1226465"/>
            <a:ext cx="17510" cy="2147351"/>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grpSp>
        <p:nvGrpSpPr>
          <p:cNvPr id="35" name="Group 34">
            <a:extLst>
              <a:ext uri="{FF2B5EF4-FFF2-40B4-BE49-F238E27FC236}">
                <a16:creationId xmlns:a16="http://schemas.microsoft.com/office/drawing/2014/main" id="{BE5E79B8-D66D-D763-941F-0922D624B290}"/>
              </a:ext>
            </a:extLst>
          </p:cNvPr>
          <p:cNvGrpSpPr/>
          <p:nvPr/>
        </p:nvGrpSpPr>
        <p:grpSpPr>
          <a:xfrm>
            <a:off x="8054764" y="1205247"/>
            <a:ext cx="2255363" cy="2357639"/>
            <a:chOff x="8054764" y="1205247"/>
            <a:chExt cx="2255363" cy="2357639"/>
          </a:xfrm>
        </p:grpSpPr>
        <p:cxnSp>
          <p:nvCxnSpPr>
            <p:cNvPr id="17" name="Straight Connector 16">
              <a:extLst>
                <a:ext uri="{FF2B5EF4-FFF2-40B4-BE49-F238E27FC236}">
                  <a16:creationId xmlns:a16="http://schemas.microsoft.com/office/drawing/2014/main" id="{DCB52883-B342-9AAA-AAD5-58F187A75CDE}"/>
                </a:ext>
              </a:extLst>
            </p:cNvPr>
            <p:cNvCxnSpPr>
              <a:cxnSpLocks/>
              <a:stCxn id="63" idx="3"/>
              <a:endCxn id="64" idx="1"/>
            </p:cNvCxnSpPr>
            <p:nvPr/>
          </p:nvCxnSpPr>
          <p:spPr>
            <a:xfrm>
              <a:off x="8054764" y="1205247"/>
              <a:ext cx="0" cy="2151284"/>
            </a:xfrm>
            <a:prstGeom prst="line">
              <a:avLst/>
            </a:prstGeom>
            <a:ln w="66675">
              <a:solidFill>
                <a:srgbClr val="FF0000">
                  <a:alpha val="56000"/>
                </a:srgbClr>
              </a:solidFill>
            </a:ln>
          </p:spPr>
          <p:style>
            <a:lnRef idx="3">
              <a:schemeClr val="accent4"/>
            </a:lnRef>
            <a:fillRef idx="0">
              <a:schemeClr val="accent4"/>
            </a:fillRef>
            <a:effectRef idx="2">
              <a:schemeClr val="accent4"/>
            </a:effectRef>
            <a:fontRef idx="minor">
              <a:schemeClr val="tx1"/>
            </a:fontRef>
          </p:style>
        </p:cxnSp>
        <p:cxnSp>
          <p:nvCxnSpPr>
            <p:cNvPr id="32" name="Straight Connector 31">
              <a:extLst>
                <a:ext uri="{FF2B5EF4-FFF2-40B4-BE49-F238E27FC236}">
                  <a16:creationId xmlns:a16="http://schemas.microsoft.com/office/drawing/2014/main" id="{58567DD8-1148-5E31-BDD8-E542BF7255B3}"/>
                </a:ext>
              </a:extLst>
            </p:cNvPr>
            <p:cNvCxnSpPr>
              <a:cxnSpLocks/>
              <a:stCxn id="62" idx="3"/>
              <a:endCxn id="64" idx="6"/>
            </p:cNvCxnSpPr>
            <p:nvPr/>
          </p:nvCxnSpPr>
          <p:spPr>
            <a:xfrm flipH="1">
              <a:off x="8602767" y="2487296"/>
              <a:ext cx="1707360" cy="1075590"/>
            </a:xfrm>
            <a:prstGeom prst="line">
              <a:avLst/>
            </a:prstGeom>
            <a:ln w="66675">
              <a:solidFill>
                <a:srgbClr val="FF0000">
                  <a:alpha val="56000"/>
                </a:srgbClr>
              </a:solidFill>
            </a:ln>
          </p:spPr>
          <p:style>
            <a:lnRef idx="3">
              <a:schemeClr val="accent4"/>
            </a:lnRef>
            <a:fillRef idx="0">
              <a:schemeClr val="accent4"/>
            </a:fillRef>
            <a:effectRef idx="2">
              <a:schemeClr val="accent4"/>
            </a:effectRef>
            <a:fontRef idx="minor">
              <a:schemeClr val="tx1"/>
            </a:fontRef>
          </p:style>
        </p:cxnSp>
      </p:grpSp>
    </p:spTree>
    <p:extLst>
      <p:ext uri="{BB962C8B-B14F-4D97-AF65-F5344CB8AC3E}">
        <p14:creationId xmlns:p14="http://schemas.microsoft.com/office/powerpoint/2010/main" val="511913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13223-0442-E697-E5E9-81F3AAEE165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9F89416F-D26D-2DBA-4A27-790BAEF2B6E8}"/>
              </a:ext>
            </a:extLst>
          </p:cNvPr>
          <p:cNvSpPr/>
          <p:nvPr/>
        </p:nvSpPr>
        <p:spPr>
          <a:xfrm>
            <a:off x="1169517" y="200639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 name="Oval 8">
            <a:extLst>
              <a:ext uri="{FF2B5EF4-FFF2-40B4-BE49-F238E27FC236}">
                <a16:creationId xmlns:a16="http://schemas.microsoft.com/office/drawing/2014/main" id="{991B5757-DA54-F1C5-C128-70BBF79A4C73}"/>
              </a:ext>
            </a:extLst>
          </p:cNvPr>
          <p:cNvSpPr/>
          <p:nvPr/>
        </p:nvSpPr>
        <p:spPr>
          <a:xfrm>
            <a:off x="5680243" y="200639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CS</a:t>
            </a:r>
          </a:p>
        </p:txBody>
      </p:sp>
      <p:sp>
        <p:nvSpPr>
          <p:cNvPr id="10" name="Oval 9">
            <a:extLst>
              <a:ext uri="{FF2B5EF4-FFF2-40B4-BE49-F238E27FC236}">
                <a16:creationId xmlns:a16="http://schemas.microsoft.com/office/drawing/2014/main" id="{40EFC1F9-1476-5031-CBCC-1A070A2DFC35}"/>
              </a:ext>
            </a:extLst>
          </p:cNvPr>
          <p:cNvSpPr/>
          <p:nvPr/>
        </p:nvSpPr>
        <p:spPr>
          <a:xfrm>
            <a:off x="3424880" y="724348"/>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1" name="Oval 10">
            <a:extLst>
              <a:ext uri="{FF2B5EF4-FFF2-40B4-BE49-F238E27FC236}">
                <a16:creationId xmlns:a16="http://schemas.microsoft.com/office/drawing/2014/main" id="{CA2267CF-9BC6-CEE6-27E2-F878031D9C1A}"/>
              </a:ext>
            </a:extLst>
          </p:cNvPr>
          <p:cNvSpPr/>
          <p:nvPr/>
        </p:nvSpPr>
        <p:spPr>
          <a:xfrm>
            <a:off x="3424880" y="3288341"/>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9" name="Straight Arrow Connector 18">
            <a:extLst>
              <a:ext uri="{FF2B5EF4-FFF2-40B4-BE49-F238E27FC236}">
                <a16:creationId xmlns:a16="http://schemas.microsoft.com/office/drawing/2014/main" id="{ADAC5726-A0F0-6000-086B-48051E1DCDC4}"/>
              </a:ext>
            </a:extLst>
          </p:cNvPr>
          <p:cNvCxnSpPr>
            <a:cxnSpLocks/>
            <a:stCxn id="4" idx="7"/>
            <a:endCxn id="10" idx="2"/>
          </p:cNvCxnSpPr>
          <p:nvPr/>
        </p:nvCxnSpPr>
        <p:spPr>
          <a:xfrm flipV="1">
            <a:off x="1717520" y="1016178"/>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0C1A0C7-26C8-61E8-63B4-874815AFBC41}"/>
              </a:ext>
            </a:extLst>
          </p:cNvPr>
          <p:cNvCxnSpPr>
            <a:cxnSpLocks/>
            <a:stCxn id="4" idx="5"/>
            <a:endCxn id="11" idx="2"/>
          </p:cNvCxnSpPr>
          <p:nvPr/>
        </p:nvCxnSpPr>
        <p:spPr>
          <a:xfrm>
            <a:off x="1717520" y="2504581"/>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03A7759-F502-3F8B-FDF6-B07AB669CFA8}"/>
              </a:ext>
            </a:extLst>
          </p:cNvPr>
          <p:cNvCxnSpPr>
            <a:cxnSpLocks/>
            <a:stCxn id="10" idx="6"/>
            <a:endCxn id="9" idx="1"/>
          </p:cNvCxnSpPr>
          <p:nvPr/>
        </p:nvCxnSpPr>
        <p:spPr>
          <a:xfrm>
            <a:off x="4066906" y="1016178"/>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D350B374-0340-A983-56C1-4DE51A7B6197}"/>
              </a:ext>
            </a:extLst>
          </p:cNvPr>
          <p:cNvCxnSpPr>
            <a:cxnSpLocks/>
            <a:stCxn id="11" idx="6"/>
            <a:endCxn id="9" idx="3"/>
          </p:cNvCxnSpPr>
          <p:nvPr/>
        </p:nvCxnSpPr>
        <p:spPr>
          <a:xfrm flipV="1">
            <a:off x="4066906" y="2504581"/>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F89385F6-1348-C679-55EA-BAC65A08632D}"/>
              </a:ext>
            </a:extLst>
          </p:cNvPr>
          <p:cNvCxnSpPr>
            <a:cxnSpLocks/>
            <a:stCxn id="11" idx="7"/>
            <a:endCxn id="10" idx="5"/>
          </p:cNvCxnSpPr>
          <p:nvPr/>
        </p:nvCxnSpPr>
        <p:spPr>
          <a:xfrm flipV="1">
            <a:off x="3972883" y="1222532"/>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A2D74AB1-4B26-4635-BFE4-85DD99E5DFB6}"/>
              </a:ext>
            </a:extLst>
          </p:cNvPr>
          <p:cNvCxnSpPr>
            <a:cxnSpLocks/>
            <a:stCxn id="11" idx="0"/>
            <a:endCxn id="10" idx="4"/>
          </p:cNvCxnSpPr>
          <p:nvPr/>
        </p:nvCxnSpPr>
        <p:spPr>
          <a:xfrm flipV="1">
            <a:off x="3745893" y="1308007"/>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4F5B999-6CF5-F1D8-CA1E-8FD7966B30C6}"/>
              </a:ext>
            </a:extLst>
          </p:cNvPr>
          <p:cNvCxnSpPr>
            <a:cxnSpLocks/>
            <a:stCxn id="10" idx="3"/>
            <a:endCxn id="11" idx="1"/>
          </p:cNvCxnSpPr>
          <p:nvPr/>
        </p:nvCxnSpPr>
        <p:spPr>
          <a:xfrm>
            <a:off x="3518903" y="1222532"/>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CD9655C8-5C6D-DF97-D71D-89FB48BDE0BE}"/>
              </a:ext>
            </a:extLst>
          </p:cNvPr>
          <p:cNvSpPr txBox="1"/>
          <p:nvPr/>
        </p:nvSpPr>
        <p:spPr>
          <a:xfrm>
            <a:off x="3711616" y="1891666"/>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55" name="TextBox 54">
            <a:extLst>
              <a:ext uri="{FF2B5EF4-FFF2-40B4-BE49-F238E27FC236}">
                <a16:creationId xmlns:a16="http://schemas.microsoft.com/office/drawing/2014/main" id="{A21614B9-9CF9-5EF1-D4E9-4CC9C19847ED}"/>
              </a:ext>
            </a:extLst>
          </p:cNvPr>
          <p:cNvSpPr txBox="1"/>
          <p:nvPr/>
        </p:nvSpPr>
        <p:spPr>
          <a:xfrm>
            <a:off x="3959777" y="1907101"/>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56" name="TextBox 55">
            <a:extLst>
              <a:ext uri="{FF2B5EF4-FFF2-40B4-BE49-F238E27FC236}">
                <a16:creationId xmlns:a16="http://schemas.microsoft.com/office/drawing/2014/main" id="{FA9BE2D4-1008-0FF4-ACEA-BC4CB58A46AC}"/>
              </a:ext>
            </a:extLst>
          </p:cNvPr>
          <p:cNvSpPr txBox="1"/>
          <p:nvPr/>
        </p:nvSpPr>
        <p:spPr>
          <a:xfrm>
            <a:off x="3448685" y="1891666"/>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57" name="TextBox 56">
            <a:extLst>
              <a:ext uri="{FF2B5EF4-FFF2-40B4-BE49-F238E27FC236}">
                <a16:creationId xmlns:a16="http://schemas.microsoft.com/office/drawing/2014/main" id="{8589ADAF-7282-B899-3A91-1723B89B09E5}"/>
              </a:ext>
            </a:extLst>
          </p:cNvPr>
          <p:cNvSpPr txBox="1"/>
          <p:nvPr/>
        </p:nvSpPr>
        <p:spPr>
          <a:xfrm>
            <a:off x="2417715" y="1123341"/>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8" name="TextBox 57">
            <a:extLst>
              <a:ext uri="{FF2B5EF4-FFF2-40B4-BE49-F238E27FC236}">
                <a16:creationId xmlns:a16="http://schemas.microsoft.com/office/drawing/2014/main" id="{A5FE17CC-38AF-F8E8-E6D7-D0D5EA078E75}"/>
              </a:ext>
            </a:extLst>
          </p:cNvPr>
          <p:cNvSpPr txBox="1"/>
          <p:nvPr/>
        </p:nvSpPr>
        <p:spPr>
          <a:xfrm>
            <a:off x="2356944" y="3022133"/>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9" name="TextBox 58">
            <a:extLst>
              <a:ext uri="{FF2B5EF4-FFF2-40B4-BE49-F238E27FC236}">
                <a16:creationId xmlns:a16="http://schemas.microsoft.com/office/drawing/2014/main" id="{C4B43521-62CE-0F66-56B9-9332D041B927}"/>
              </a:ext>
            </a:extLst>
          </p:cNvPr>
          <p:cNvSpPr txBox="1"/>
          <p:nvPr/>
        </p:nvSpPr>
        <p:spPr>
          <a:xfrm>
            <a:off x="4826563" y="3058131"/>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0" name="TextBox 59">
            <a:extLst>
              <a:ext uri="{FF2B5EF4-FFF2-40B4-BE49-F238E27FC236}">
                <a16:creationId xmlns:a16="http://schemas.microsoft.com/office/drawing/2014/main" id="{2B863678-2050-909F-C9D6-A1CF78AE2A48}"/>
              </a:ext>
            </a:extLst>
          </p:cNvPr>
          <p:cNvSpPr txBox="1"/>
          <p:nvPr/>
        </p:nvSpPr>
        <p:spPr>
          <a:xfrm>
            <a:off x="4766446" y="1143887"/>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2" name="Oval 61">
            <a:extLst>
              <a:ext uri="{FF2B5EF4-FFF2-40B4-BE49-F238E27FC236}">
                <a16:creationId xmlns:a16="http://schemas.microsoft.com/office/drawing/2014/main" id="{A831F751-7AB9-3DBF-A0F9-A6A14B90A885}"/>
              </a:ext>
            </a:extLst>
          </p:cNvPr>
          <p:cNvSpPr/>
          <p:nvPr/>
        </p:nvSpPr>
        <p:spPr>
          <a:xfrm>
            <a:off x="10216104" y="1989112"/>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63" name="Oval 62">
            <a:extLst>
              <a:ext uri="{FF2B5EF4-FFF2-40B4-BE49-F238E27FC236}">
                <a16:creationId xmlns:a16="http://schemas.microsoft.com/office/drawing/2014/main" id="{11807AF5-45E3-EE77-340E-5C00EBBDD663}"/>
              </a:ext>
            </a:extLst>
          </p:cNvPr>
          <p:cNvSpPr/>
          <p:nvPr/>
        </p:nvSpPr>
        <p:spPr>
          <a:xfrm>
            <a:off x="7960741" y="70706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64" name="Oval 63">
            <a:extLst>
              <a:ext uri="{FF2B5EF4-FFF2-40B4-BE49-F238E27FC236}">
                <a16:creationId xmlns:a16="http://schemas.microsoft.com/office/drawing/2014/main" id="{87022278-58B2-B23A-91FD-AF95077DC563}"/>
              </a:ext>
            </a:extLst>
          </p:cNvPr>
          <p:cNvSpPr/>
          <p:nvPr/>
        </p:nvSpPr>
        <p:spPr>
          <a:xfrm>
            <a:off x="7960741" y="327105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65" name="Straight Arrow Connector 64">
            <a:extLst>
              <a:ext uri="{FF2B5EF4-FFF2-40B4-BE49-F238E27FC236}">
                <a16:creationId xmlns:a16="http://schemas.microsoft.com/office/drawing/2014/main" id="{C18383D6-989A-6EFB-105D-5A23FB8B222F}"/>
              </a:ext>
            </a:extLst>
          </p:cNvPr>
          <p:cNvCxnSpPr>
            <a:cxnSpLocks/>
            <a:endCxn id="63" idx="2"/>
          </p:cNvCxnSpPr>
          <p:nvPr/>
        </p:nvCxnSpPr>
        <p:spPr>
          <a:xfrm flipV="1">
            <a:off x="6253381" y="998893"/>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01666645-B384-C681-23C8-1A05A2A9BD58}"/>
              </a:ext>
            </a:extLst>
          </p:cNvPr>
          <p:cNvCxnSpPr>
            <a:cxnSpLocks/>
            <a:endCxn id="64" idx="2"/>
          </p:cNvCxnSpPr>
          <p:nvPr/>
        </p:nvCxnSpPr>
        <p:spPr>
          <a:xfrm>
            <a:off x="6253381" y="2487296"/>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B74112B9-42E7-7DBF-B5EA-1E20B3F956A8}"/>
              </a:ext>
            </a:extLst>
          </p:cNvPr>
          <p:cNvCxnSpPr>
            <a:cxnSpLocks/>
            <a:stCxn id="63" idx="6"/>
            <a:endCxn id="62" idx="1"/>
          </p:cNvCxnSpPr>
          <p:nvPr/>
        </p:nvCxnSpPr>
        <p:spPr>
          <a:xfrm>
            <a:off x="8602767" y="998893"/>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D0E6620C-A590-BC50-EE57-9DC12AF6ABBA}"/>
              </a:ext>
            </a:extLst>
          </p:cNvPr>
          <p:cNvCxnSpPr>
            <a:cxnSpLocks/>
            <a:stCxn id="64" idx="6"/>
            <a:endCxn id="62" idx="3"/>
          </p:cNvCxnSpPr>
          <p:nvPr/>
        </p:nvCxnSpPr>
        <p:spPr>
          <a:xfrm flipV="1">
            <a:off x="8602767" y="2487296"/>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7D1F679F-2D1B-F284-1334-4019EA23DD88}"/>
              </a:ext>
            </a:extLst>
          </p:cNvPr>
          <p:cNvCxnSpPr>
            <a:cxnSpLocks/>
            <a:stCxn id="64" idx="7"/>
            <a:endCxn id="63" idx="5"/>
          </p:cNvCxnSpPr>
          <p:nvPr/>
        </p:nvCxnSpPr>
        <p:spPr>
          <a:xfrm flipV="1">
            <a:off x="8508744" y="1205247"/>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100F529D-2BE2-AC7F-A3FB-578A5040DECE}"/>
              </a:ext>
            </a:extLst>
          </p:cNvPr>
          <p:cNvCxnSpPr>
            <a:cxnSpLocks/>
            <a:stCxn id="64" idx="0"/>
            <a:endCxn id="63" idx="4"/>
          </p:cNvCxnSpPr>
          <p:nvPr/>
        </p:nvCxnSpPr>
        <p:spPr>
          <a:xfrm flipV="1">
            <a:off x="8281754" y="1290722"/>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1DC25824-421C-775F-9753-6C170C308FB7}"/>
              </a:ext>
            </a:extLst>
          </p:cNvPr>
          <p:cNvCxnSpPr>
            <a:cxnSpLocks/>
            <a:stCxn id="63" idx="3"/>
            <a:endCxn id="64" idx="1"/>
          </p:cNvCxnSpPr>
          <p:nvPr/>
        </p:nvCxnSpPr>
        <p:spPr>
          <a:xfrm>
            <a:off x="8054764" y="1205247"/>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7192B412-ACD9-A02D-EF87-BD05E5AA932F}"/>
              </a:ext>
            </a:extLst>
          </p:cNvPr>
          <p:cNvSpPr txBox="1"/>
          <p:nvPr/>
        </p:nvSpPr>
        <p:spPr>
          <a:xfrm>
            <a:off x="8247477" y="1874381"/>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73" name="TextBox 72">
            <a:extLst>
              <a:ext uri="{FF2B5EF4-FFF2-40B4-BE49-F238E27FC236}">
                <a16:creationId xmlns:a16="http://schemas.microsoft.com/office/drawing/2014/main" id="{EC28BED0-C372-C920-62A6-CE9A87B1024C}"/>
              </a:ext>
            </a:extLst>
          </p:cNvPr>
          <p:cNvSpPr txBox="1"/>
          <p:nvPr/>
        </p:nvSpPr>
        <p:spPr>
          <a:xfrm>
            <a:off x="8495638" y="1889816"/>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74" name="TextBox 73">
            <a:extLst>
              <a:ext uri="{FF2B5EF4-FFF2-40B4-BE49-F238E27FC236}">
                <a16:creationId xmlns:a16="http://schemas.microsoft.com/office/drawing/2014/main" id="{A44E3A95-A50A-7BE6-6042-29E9692957E2}"/>
              </a:ext>
            </a:extLst>
          </p:cNvPr>
          <p:cNvSpPr txBox="1"/>
          <p:nvPr/>
        </p:nvSpPr>
        <p:spPr>
          <a:xfrm>
            <a:off x="7984546" y="1874381"/>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75" name="TextBox 74">
            <a:extLst>
              <a:ext uri="{FF2B5EF4-FFF2-40B4-BE49-F238E27FC236}">
                <a16:creationId xmlns:a16="http://schemas.microsoft.com/office/drawing/2014/main" id="{102FA0E6-A36E-5891-C996-B9EAC0D235A2}"/>
              </a:ext>
            </a:extLst>
          </p:cNvPr>
          <p:cNvSpPr txBox="1"/>
          <p:nvPr/>
        </p:nvSpPr>
        <p:spPr>
          <a:xfrm>
            <a:off x="6953576" y="1106056"/>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6" name="TextBox 75">
            <a:extLst>
              <a:ext uri="{FF2B5EF4-FFF2-40B4-BE49-F238E27FC236}">
                <a16:creationId xmlns:a16="http://schemas.microsoft.com/office/drawing/2014/main" id="{A17D7A14-AE4F-1B1C-8B1D-7374FEDFF30D}"/>
              </a:ext>
            </a:extLst>
          </p:cNvPr>
          <p:cNvSpPr txBox="1"/>
          <p:nvPr/>
        </p:nvSpPr>
        <p:spPr>
          <a:xfrm>
            <a:off x="6892805" y="3004848"/>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7" name="TextBox 76">
            <a:extLst>
              <a:ext uri="{FF2B5EF4-FFF2-40B4-BE49-F238E27FC236}">
                <a16:creationId xmlns:a16="http://schemas.microsoft.com/office/drawing/2014/main" id="{1E572AD6-7FAA-7D5C-77DE-F9F854CB9153}"/>
              </a:ext>
            </a:extLst>
          </p:cNvPr>
          <p:cNvSpPr txBox="1"/>
          <p:nvPr/>
        </p:nvSpPr>
        <p:spPr>
          <a:xfrm>
            <a:off x="9362424" y="3040846"/>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78" name="TextBox 77">
            <a:extLst>
              <a:ext uri="{FF2B5EF4-FFF2-40B4-BE49-F238E27FC236}">
                <a16:creationId xmlns:a16="http://schemas.microsoft.com/office/drawing/2014/main" id="{92F18EDE-C0A9-1F44-D574-714787282DF8}"/>
              </a:ext>
            </a:extLst>
          </p:cNvPr>
          <p:cNvSpPr txBox="1"/>
          <p:nvPr/>
        </p:nvSpPr>
        <p:spPr>
          <a:xfrm>
            <a:off x="9302307" y="1126602"/>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2" name="Rectangle 1">
            <a:extLst>
              <a:ext uri="{FF2B5EF4-FFF2-40B4-BE49-F238E27FC236}">
                <a16:creationId xmlns:a16="http://schemas.microsoft.com/office/drawing/2014/main" id="{066D3D8E-AD8D-D8CD-0A96-4A6E3F595253}"/>
              </a:ext>
            </a:extLst>
          </p:cNvPr>
          <p:cNvSpPr/>
          <p:nvPr/>
        </p:nvSpPr>
        <p:spPr>
          <a:xfrm>
            <a:off x="443419" y="4097723"/>
            <a:ext cx="11226965" cy="2455198"/>
          </a:xfrm>
          <a:prstGeom prst="rect">
            <a:avLst/>
          </a:prstGeom>
          <a:solidFill>
            <a:srgbClr val="E5F4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latin typeface="Cambria" panose="02040503050406030204" pitchFamily="18" charset="0"/>
              </a:rPr>
              <a:t>First alternative for passing CS is connecting fit before CS to fit after CS which means we are in “fit” after CS and there will be </a:t>
            </a:r>
            <a:r>
              <a:rPr lang="en-US" b="1" dirty="0">
                <a:solidFill>
                  <a:schemeClr val="tx1"/>
                </a:solidFill>
                <a:latin typeface="Cambria" panose="02040503050406030204" pitchFamily="18" charset="0"/>
              </a:rPr>
              <a:t>two</a:t>
            </a:r>
            <a:r>
              <a:rPr lang="en-US" dirty="0">
                <a:solidFill>
                  <a:schemeClr val="tx1"/>
                </a:solidFill>
                <a:latin typeface="Cambria" panose="02040503050406030204" pitchFamily="18" charset="0"/>
              </a:rPr>
              <a:t> options for traveling the virtual graph between CS and m:</a:t>
            </a:r>
          </a:p>
          <a:p>
            <a:pPr marL="285750" indent="-285750">
              <a:buFont typeface="Arial" panose="020B0604020202020204" pitchFamily="34" charset="0"/>
              <a:buChar char="•"/>
            </a:pPr>
            <a:endParaRPr lang="en-US" dirty="0">
              <a:solidFill>
                <a:schemeClr val="tx1"/>
              </a:solidFill>
              <a:latin typeface="Cambria" panose="02040503050406030204" pitchFamily="18" charset="0"/>
            </a:endParaRPr>
          </a:p>
          <a:p>
            <a:r>
              <a:rPr lang="en-US" dirty="0">
                <a:solidFill>
                  <a:schemeClr val="tx1"/>
                </a:solidFill>
                <a:latin typeface="Cambria" panose="02040503050406030204" pitchFamily="18" charset="0"/>
              </a:rPr>
              <a:t>         2.  Driving </a:t>
            </a:r>
            <a:r>
              <a:rPr lang="en-US" dirty="0">
                <a:solidFill>
                  <a:schemeClr val="tx1"/>
                </a:solidFill>
                <a:latin typeface="Cambria" panose="02040503050406030204" pitchFamily="18" charset="0"/>
                <a:sym typeface="Wingdings" panose="05000000000000000000" pitchFamily="2" charset="2"/>
              </a:rPr>
              <a:t></a:t>
            </a:r>
            <a:r>
              <a:rPr lang="en-US" dirty="0">
                <a:solidFill>
                  <a:schemeClr val="tx1"/>
                </a:solidFill>
                <a:latin typeface="Cambria" panose="02040503050406030204" pitchFamily="18" charset="0"/>
              </a:rPr>
              <a:t> break/rest </a:t>
            </a:r>
            <a:r>
              <a:rPr lang="en-US" dirty="0">
                <a:solidFill>
                  <a:schemeClr val="tx1"/>
                </a:solidFill>
                <a:latin typeface="Cambria" panose="02040503050406030204" pitchFamily="18" charset="0"/>
                <a:sym typeface="Wingdings" panose="05000000000000000000" pitchFamily="2" charset="2"/>
              </a:rPr>
              <a:t></a:t>
            </a:r>
            <a:r>
              <a:rPr lang="en-US" dirty="0">
                <a:solidFill>
                  <a:schemeClr val="tx1"/>
                </a:solidFill>
                <a:latin typeface="Cambria" panose="02040503050406030204" pitchFamily="18" charset="0"/>
              </a:rPr>
              <a:t> visit (the purple path)</a:t>
            </a:r>
          </a:p>
          <a:p>
            <a:pPr marL="285750" indent="-285750">
              <a:buFont typeface="Arial" panose="020B0604020202020204" pitchFamily="34" charset="0"/>
              <a:buChar char="•"/>
            </a:pPr>
            <a:endParaRPr lang="en-US" dirty="0">
              <a:solidFill>
                <a:schemeClr val="tx1"/>
              </a:solidFill>
              <a:latin typeface="Cambria" panose="02040503050406030204" pitchFamily="18" charset="0"/>
            </a:endParaRPr>
          </a:p>
          <a:p>
            <a:endParaRPr lang="en-US" dirty="0">
              <a:solidFill>
                <a:schemeClr val="tx1"/>
              </a:solidFill>
              <a:latin typeface="Cambria" panose="02040503050406030204" pitchFamily="18" charset="0"/>
            </a:endParaRPr>
          </a:p>
        </p:txBody>
      </p:sp>
      <p:sp>
        <p:nvSpPr>
          <p:cNvPr id="3" name="TextBox 2">
            <a:extLst>
              <a:ext uri="{FF2B5EF4-FFF2-40B4-BE49-F238E27FC236}">
                <a16:creationId xmlns:a16="http://schemas.microsoft.com/office/drawing/2014/main" id="{2050E5B4-289C-5009-9239-6BA3096C213A}"/>
              </a:ext>
            </a:extLst>
          </p:cNvPr>
          <p:cNvSpPr txBox="1"/>
          <p:nvPr/>
        </p:nvSpPr>
        <p:spPr>
          <a:xfrm>
            <a:off x="36120" y="96385"/>
            <a:ext cx="6094428" cy="369332"/>
          </a:xfrm>
          <a:prstGeom prst="rect">
            <a:avLst/>
          </a:prstGeom>
          <a:noFill/>
        </p:spPr>
        <p:txBody>
          <a:bodyPr wrap="square">
            <a:spAutoFit/>
          </a:bodyPr>
          <a:lstStyle/>
          <a:p>
            <a:r>
              <a:rPr lang="en-US" dirty="0">
                <a:solidFill>
                  <a:schemeClr val="tx1"/>
                </a:solidFill>
              </a:rPr>
              <a:t>We are in dull/fit and able to visit: </a:t>
            </a:r>
          </a:p>
        </p:txBody>
      </p:sp>
      <p:sp>
        <p:nvSpPr>
          <p:cNvPr id="6" name="Arrow: Curved Down 5">
            <a:extLst>
              <a:ext uri="{FF2B5EF4-FFF2-40B4-BE49-F238E27FC236}">
                <a16:creationId xmlns:a16="http://schemas.microsoft.com/office/drawing/2014/main" id="{181BDAB0-1A0C-C0F4-3A5E-A03D35EA9E57}"/>
              </a:ext>
            </a:extLst>
          </p:cNvPr>
          <p:cNvSpPr/>
          <p:nvPr/>
        </p:nvSpPr>
        <p:spPr>
          <a:xfrm>
            <a:off x="3863230" y="160107"/>
            <a:ext cx="4465539" cy="563844"/>
          </a:xfrm>
          <a:prstGeom prst="curvedDownArrow">
            <a:avLst>
              <a:gd name="adj1" fmla="val 0"/>
              <a:gd name="adj2" fmla="val 34839"/>
              <a:gd name="adj3" fmla="val 25000"/>
            </a:avLst>
          </a:prstGeom>
          <a:solidFill>
            <a:srgbClr val="00B050"/>
          </a:solid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solidFill>
                <a:schemeClr val="tx1"/>
              </a:solidFill>
            </a:endParaRPr>
          </a:p>
        </p:txBody>
      </p:sp>
      <p:cxnSp>
        <p:nvCxnSpPr>
          <p:cNvPr id="13" name="Straight Connector 12">
            <a:extLst>
              <a:ext uri="{FF2B5EF4-FFF2-40B4-BE49-F238E27FC236}">
                <a16:creationId xmlns:a16="http://schemas.microsoft.com/office/drawing/2014/main" id="{E2E7E5A7-F504-2780-B831-F5A60070E025}"/>
              </a:ext>
            </a:extLst>
          </p:cNvPr>
          <p:cNvCxnSpPr>
            <a:cxnSpLocks/>
          </p:cNvCxnSpPr>
          <p:nvPr/>
        </p:nvCxnSpPr>
        <p:spPr>
          <a:xfrm>
            <a:off x="3507034" y="1212479"/>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4" name="Straight Connector 13">
            <a:extLst>
              <a:ext uri="{FF2B5EF4-FFF2-40B4-BE49-F238E27FC236}">
                <a16:creationId xmlns:a16="http://schemas.microsoft.com/office/drawing/2014/main" id="{E98ACAE6-6299-F201-C342-F0C4C404D60C}"/>
              </a:ext>
            </a:extLst>
          </p:cNvPr>
          <p:cNvCxnSpPr>
            <a:cxnSpLocks/>
            <a:stCxn id="10" idx="4"/>
            <a:endCxn id="11" idx="0"/>
          </p:cNvCxnSpPr>
          <p:nvPr/>
        </p:nvCxnSpPr>
        <p:spPr>
          <a:xfrm>
            <a:off x="3745893" y="1308007"/>
            <a:ext cx="0" cy="198033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5" name="Straight Connector 14">
            <a:extLst>
              <a:ext uri="{FF2B5EF4-FFF2-40B4-BE49-F238E27FC236}">
                <a16:creationId xmlns:a16="http://schemas.microsoft.com/office/drawing/2014/main" id="{CD7A3E1A-1CBD-017E-0168-727E382302B8}"/>
              </a:ext>
            </a:extLst>
          </p:cNvPr>
          <p:cNvCxnSpPr>
            <a:cxnSpLocks/>
            <a:endCxn id="11" idx="7"/>
          </p:cNvCxnSpPr>
          <p:nvPr/>
        </p:nvCxnSpPr>
        <p:spPr>
          <a:xfrm>
            <a:off x="3955373" y="1226465"/>
            <a:ext cx="17510" cy="2147351"/>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5" name="Straight Connector 4">
            <a:extLst>
              <a:ext uri="{FF2B5EF4-FFF2-40B4-BE49-F238E27FC236}">
                <a16:creationId xmlns:a16="http://schemas.microsoft.com/office/drawing/2014/main" id="{ECF7BBBE-6A8E-8474-5BE4-1718971A4EC6}"/>
              </a:ext>
            </a:extLst>
          </p:cNvPr>
          <p:cNvCxnSpPr>
            <a:cxnSpLocks/>
          </p:cNvCxnSpPr>
          <p:nvPr/>
        </p:nvCxnSpPr>
        <p:spPr>
          <a:xfrm>
            <a:off x="8028871" y="1196538"/>
            <a:ext cx="17510" cy="2147351"/>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7" name="Straight Connector 6">
            <a:extLst>
              <a:ext uri="{FF2B5EF4-FFF2-40B4-BE49-F238E27FC236}">
                <a16:creationId xmlns:a16="http://schemas.microsoft.com/office/drawing/2014/main" id="{20FC2224-830C-41B2-61DE-CE78E99075FB}"/>
              </a:ext>
            </a:extLst>
          </p:cNvPr>
          <p:cNvCxnSpPr>
            <a:cxnSpLocks/>
            <a:endCxn id="64" idx="0"/>
          </p:cNvCxnSpPr>
          <p:nvPr/>
        </p:nvCxnSpPr>
        <p:spPr>
          <a:xfrm>
            <a:off x="8277351" y="1270907"/>
            <a:ext cx="4403" cy="2000149"/>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12" name="Straight Connector 11">
            <a:extLst>
              <a:ext uri="{FF2B5EF4-FFF2-40B4-BE49-F238E27FC236}">
                <a16:creationId xmlns:a16="http://schemas.microsoft.com/office/drawing/2014/main" id="{CCFDE3AF-724B-0049-5E3D-A57EA7E47A31}"/>
              </a:ext>
            </a:extLst>
          </p:cNvPr>
          <p:cNvCxnSpPr>
            <a:cxnSpLocks/>
            <a:stCxn id="63" idx="5"/>
            <a:endCxn id="64" idx="7"/>
          </p:cNvCxnSpPr>
          <p:nvPr/>
        </p:nvCxnSpPr>
        <p:spPr>
          <a:xfrm>
            <a:off x="8508744" y="1205247"/>
            <a:ext cx="0" cy="2151284"/>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20" name="Straight Connector 19">
            <a:extLst>
              <a:ext uri="{FF2B5EF4-FFF2-40B4-BE49-F238E27FC236}">
                <a16:creationId xmlns:a16="http://schemas.microsoft.com/office/drawing/2014/main" id="{5C5AEFBA-A2B8-F86C-1521-CEB0269C9C8C}"/>
              </a:ext>
            </a:extLst>
          </p:cNvPr>
          <p:cNvCxnSpPr>
            <a:cxnSpLocks/>
            <a:stCxn id="63" idx="6"/>
            <a:endCxn id="62" idx="1"/>
          </p:cNvCxnSpPr>
          <p:nvPr/>
        </p:nvCxnSpPr>
        <p:spPr>
          <a:xfrm>
            <a:off x="8602767" y="998893"/>
            <a:ext cx="1707360" cy="1075694"/>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37707773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261A8-C11C-CC8A-9785-BFE6A1B0C532}"/>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57B898F5-2C01-605E-588C-5B4C2009CDB8}"/>
              </a:ext>
            </a:extLst>
          </p:cNvPr>
          <p:cNvSpPr/>
          <p:nvPr/>
        </p:nvSpPr>
        <p:spPr>
          <a:xfrm>
            <a:off x="1169517" y="200639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 name="Oval 8">
            <a:extLst>
              <a:ext uri="{FF2B5EF4-FFF2-40B4-BE49-F238E27FC236}">
                <a16:creationId xmlns:a16="http://schemas.microsoft.com/office/drawing/2014/main" id="{FBC15ADC-2EEA-23AD-E483-5D134B8C75F3}"/>
              </a:ext>
            </a:extLst>
          </p:cNvPr>
          <p:cNvSpPr/>
          <p:nvPr/>
        </p:nvSpPr>
        <p:spPr>
          <a:xfrm>
            <a:off x="5680243" y="200639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CS</a:t>
            </a:r>
          </a:p>
        </p:txBody>
      </p:sp>
      <p:sp>
        <p:nvSpPr>
          <p:cNvPr id="10" name="Oval 9">
            <a:extLst>
              <a:ext uri="{FF2B5EF4-FFF2-40B4-BE49-F238E27FC236}">
                <a16:creationId xmlns:a16="http://schemas.microsoft.com/office/drawing/2014/main" id="{FC8BEB7F-0DE7-A5FF-211D-2A04834C7D15}"/>
              </a:ext>
            </a:extLst>
          </p:cNvPr>
          <p:cNvSpPr/>
          <p:nvPr/>
        </p:nvSpPr>
        <p:spPr>
          <a:xfrm>
            <a:off x="3424880" y="724348"/>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1" name="Oval 10">
            <a:extLst>
              <a:ext uri="{FF2B5EF4-FFF2-40B4-BE49-F238E27FC236}">
                <a16:creationId xmlns:a16="http://schemas.microsoft.com/office/drawing/2014/main" id="{ACE1E470-FB3C-B24A-AE00-C0E594C666F5}"/>
              </a:ext>
            </a:extLst>
          </p:cNvPr>
          <p:cNvSpPr/>
          <p:nvPr/>
        </p:nvSpPr>
        <p:spPr>
          <a:xfrm>
            <a:off x="3424880" y="3288341"/>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9" name="Straight Arrow Connector 18">
            <a:extLst>
              <a:ext uri="{FF2B5EF4-FFF2-40B4-BE49-F238E27FC236}">
                <a16:creationId xmlns:a16="http://schemas.microsoft.com/office/drawing/2014/main" id="{A55D990F-6746-A7EC-C4F8-5183085FD0C5}"/>
              </a:ext>
            </a:extLst>
          </p:cNvPr>
          <p:cNvCxnSpPr>
            <a:cxnSpLocks/>
            <a:stCxn id="4" idx="7"/>
            <a:endCxn id="10" idx="2"/>
          </p:cNvCxnSpPr>
          <p:nvPr/>
        </p:nvCxnSpPr>
        <p:spPr>
          <a:xfrm flipV="1">
            <a:off x="1717520" y="1016178"/>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718C567-73DB-510A-F4FD-300CD321A907}"/>
              </a:ext>
            </a:extLst>
          </p:cNvPr>
          <p:cNvCxnSpPr>
            <a:cxnSpLocks/>
            <a:stCxn id="4" idx="5"/>
            <a:endCxn id="11" idx="2"/>
          </p:cNvCxnSpPr>
          <p:nvPr/>
        </p:nvCxnSpPr>
        <p:spPr>
          <a:xfrm>
            <a:off x="1717520" y="2504581"/>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147DDF6-B1E1-573E-A7D5-F1565096F9F8}"/>
              </a:ext>
            </a:extLst>
          </p:cNvPr>
          <p:cNvCxnSpPr>
            <a:cxnSpLocks/>
            <a:stCxn id="10" idx="6"/>
            <a:endCxn id="9" idx="1"/>
          </p:cNvCxnSpPr>
          <p:nvPr/>
        </p:nvCxnSpPr>
        <p:spPr>
          <a:xfrm>
            <a:off x="4066906" y="1016178"/>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DC6A9DC-FFD9-4649-ECE3-246F20FD9BA7}"/>
              </a:ext>
            </a:extLst>
          </p:cNvPr>
          <p:cNvCxnSpPr>
            <a:cxnSpLocks/>
            <a:stCxn id="11" idx="6"/>
            <a:endCxn id="9" idx="3"/>
          </p:cNvCxnSpPr>
          <p:nvPr/>
        </p:nvCxnSpPr>
        <p:spPr>
          <a:xfrm flipV="1">
            <a:off x="4066906" y="2504581"/>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79F8D449-05C8-09A4-7C8B-BAA6E10D059B}"/>
              </a:ext>
            </a:extLst>
          </p:cNvPr>
          <p:cNvCxnSpPr>
            <a:cxnSpLocks/>
            <a:stCxn id="11" idx="7"/>
            <a:endCxn id="10" idx="5"/>
          </p:cNvCxnSpPr>
          <p:nvPr/>
        </p:nvCxnSpPr>
        <p:spPr>
          <a:xfrm flipV="1">
            <a:off x="3972883" y="1222532"/>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34C07636-6EC4-BBC2-FC6B-45A0AF907622}"/>
              </a:ext>
            </a:extLst>
          </p:cNvPr>
          <p:cNvCxnSpPr>
            <a:cxnSpLocks/>
            <a:stCxn id="11" idx="0"/>
            <a:endCxn id="10" idx="4"/>
          </p:cNvCxnSpPr>
          <p:nvPr/>
        </p:nvCxnSpPr>
        <p:spPr>
          <a:xfrm flipV="1">
            <a:off x="3745893" y="1308007"/>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F1F8D29A-7F47-17E5-A6EA-AC6AF47AC081}"/>
              </a:ext>
            </a:extLst>
          </p:cNvPr>
          <p:cNvCxnSpPr>
            <a:cxnSpLocks/>
            <a:stCxn id="10" idx="3"/>
            <a:endCxn id="11" idx="1"/>
          </p:cNvCxnSpPr>
          <p:nvPr/>
        </p:nvCxnSpPr>
        <p:spPr>
          <a:xfrm>
            <a:off x="3518903" y="1222532"/>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39FD798E-FB63-8A8C-955A-994D4A84E4B0}"/>
              </a:ext>
            </a:extLst>
          </p:cNvPr>
          <p:cNvSpPr txBox="1"/>
          <p:nvPr/>
        </p:nvSpPr>
        <p:spPr>
          <a:xfrm>
            <a:off x="3711616" y="1891666"/>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55" name="TextBox 54">
            <a:extLst>
              <a:ext uri="{FF2B5EF4-FFF2-40B4-BE49-F238E27FC236}">
                <a16:creationId xmlns:a16="http://schemas.microsoft.com/office/drawing/2014/main" id="{E8882BD1-BCE7-9FBC-5E96-D563489F5314}"/>
              </a:ext>
            </a:extLst>
          </p:cNvPr>
          <p:cNvSpPr txBox="1"/>
          <p:nvPr/>
        </p:nvSpPr>
        <p:spPr>
          <a:xfrm>
            <a:off x="3959777" y="1907101"/>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56" name="TextBox 55">
            <a:extLst>
              <a:ext uri="{FF2B5EF4-FFF2-40B4-BE49-F238E27FC236}">
                <a16:creationId xmlns:a16="http://schemas.microsoft.com/office/drawing/2014/main" id="{7E760EAC-11FF-1B23-F106-CC6DCED68AEE}"/>
              </a:ext>
            </a:extLst>
          </p:cNvPr>
          <p:cNvSpPr txBox="1"/>
          <p:nvPr/>
        </p:nvSpPr>
        <p:spPr>
          <a:xfrm>
            <a:off x="3448685" y="1891666"/>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57" name="TextBox 56">
            <a:extLst>
              <a:ext uri="{FF2B5EF4-FFF2-40B4-BE49-F238E27FC236}">
                <a16:creationId xmlns:a16="http://schemas.microsoft.com/office/drawing/2014/main" id="{469784AC-B8DA-0135-54F2-E49BC1DF0E96}"/>
              </a:ext>
            </a:extLst>
          </p:cNvPr>
          <p:cNvSpPr txBox="1"/>
          <p:nvPr/>
        </p:nvSpPr>
        <p:spPr>
          <a:xfrm>
            <a:off x="2417715" y="1123341"/>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8" name="TextBox 57">
            <a:extLst>
              <a:ext uri="{FF2B5EF4-FFF2-40B4-BE49-F238E27FC236}">
                <a16:creationId xmlns:a16="http://schemas.microsoft.com/office/drawing/2014/main" id="{B9FF8AA4-CC77-2A13-BBBA-D803AFB5B9CA}"/>
              </a:ext>
            </a:extLst>
          </p:cNvPr>
          <p:cNvSpPr txBox="1"/>
          <p:nvPr/>
        </p:nvSpPr>
        <p:spPr>
          <a:xfrm>
            <a:off x="2356944" y="3022133"/>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9" name="TextBox 58">
            <a:extLst>
              <a:ext uri="{FF2B5EF4-FFF2-40B4-BE49-F238E27FC236}">
                <a16:creationId xmlns:a16="http://schemas.microsoft.com/office/drawing/2014/main" id="{CB246A2C-56D0-7334-9F15-58A422CC11EA}"/>
              </a:ext>
            </a:extLst>
          </p:cNvPr>
          <p:cNvSpPr txBox="1"/>
          <p:nvPr/>
        </p:nvSpPr>
        <p:spPr>
          <a:xfrm>
            <a:off x="4826563" y="3058131"/>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0" name="TextBox 59">
            <a:extLst>
              <a:ext uri="{FF2B5EF4-FFF2-40B4-BE49-F238E27FC236}">
                <a16:creationId xmlns:a16="http://schemas.microsoft.com/office/drawing/2014/main" id="{B76060E2-F95F-CB15-0249-4FCFD390A794}"/>
              </a:ext>
            </a:extLst>
          </p:cNvPr>
          <p:cNvSpPr txBox="1"/>
          <p:nvPr/>
        </p:nvSpPr>
        <p:spPr>
          <a:xfrm>
            <a:off x="4766446" y="1143887"/>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2" name="Oval 61">
            <a:extLst>
              <a:ext uri="{FF2B5EF4-FFF2-40B4-BE49-F238E27FC236}">
                <a16:creationId xmlns:a16="http://schemas.microsoft.com/office/drawing/2014/main" id="{80947424-965A-76E8-D4C4-4F306ACAD0D3}"/>
              </a:ext>
            </a:extLst>
          </p:cNvPr>
          <p:cNvSpPr/>
          <p:nvPr/>
        </p:nvSpPr>
        <p:spPr>
          <a:xfrm>
            <a:off x="10216104" y="1989112"/>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63" name="Oval 62">
            <a:extLst>
              <a:ext uri="{FF2B5EF4-FFF2-40B4-BE49-F238E27FC236}">
                <a16:creationId xmlns:a16="http://schemas.microsoft.com/office/drawing/2014/main" id="{1F0183A2-FF38-4433-F9BB-2317AD6D070A}"/>
              </a:ext>
            </a:extLst>
          </p:cNvPr>
          <p:cNvSpPr/>
          <p:nvPr/>
        </p:nvSpPr>
        <p:spPr>
          <a:xfrm>
            <a:off x="7960741" y="70706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64" name="Oval 63">
            <a:extLst>
              <a:ext uri="{FF2B5EF4-FFF2-40B4-BE49-F238E27FC236}">
                <a16:creationId xmlns:a16="http://schemas.microsoft.com/office/drawing/2014/main" id="{92A2BCD3-09B3-7509-847C-082E6E97077F}"/>
              </a:ext>
            </a:extLst>
          </p:cNvPr>
          <p:cNvSpPr/>
          <p:nvPr/>
        </p:nvSpPr>
        <p:spPr>
          <a:xfrm>
            <a:off x="7960741" y="3271056"/>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65" name="Straight Arrow Connector 64">
            <a:extLst>
              <a:ext uri="{FF2B5EF4-FFF2-40B4-BE49-F238E27FC236}">
                <a16:creationId xmlns:a16="http://schemas.microsoft.com/office/drawing/2014/main" id="{F8EF57B6-D21A-A3CF-6F5A-C2E0E2613B56}"/>
              </a:ext>
            </a:extLst>
          </p:cNvPr>
          <p:cNvCxnSpPr>
            <a:cxnSpLocks/>
            <a:endCxn id="63" idx="2"/>
          </p:cNvCxnSpPr>
          <p:nvPr/>
        </p:nvCxnSpPr>
        <p:spPr>
          <a:xfrm flipV="1">
            <a:off x="6253381" y="998893"/>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A76818F1-E01D-C5F7-0F94-5629F49B034E}"/>
              </a:ext>
            </a:extLst>
          </p:cNvPr>
          <p:cNvCxnSpPr>
            <a:cxnSpLocks/>
            <a:endCxn id="64" idx="2"/>
          </p:cNvCxnSpPr>
          <p:nvPr/>
        </p:nvCxnSpPr>
        <p:spPr>
          <a:xfrm>
            <a:off x="6253381" y="2487296"/>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A3D3FC68-FF3F-E733-2C60-88DE95B9214D}"/>
              </a:ext>
            </a:extLst>
          </p:cNvPr>
          <p:cNvCxnSpPr>
            <a:cxnSpLocks/>
            <a:stCxn id="63" idx="6"/>
            <a:endCxn id="62" idx="1"/>
          </p:cNvCxnSpPr>
          <p:nvPr/>
        </p:nvCxnSpPr>
        <p:spPr>
          <a:xfrm>
            <a:off x="8602767" y="998893"/>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4CC65362-CC96-553E-DD80-CA78D70B46DE}"/>
              </a:ext>
            </a:extLst>
          </p:cNvPr>
          <p:cNvCxnSpPr>
            <a:cxnSpLocks/>
            <a:stCxn id="64" idx="6"/>
            <a:endCxn id="62" idx="3"/>
          </p:cNvCxnSpPr>
          <p:nvPr/>
        </p:nvCxnSpPr>
        <p:spPr>
          <a:xfrm flipV="1">
            <a:off x="8602767" y="2487296"/>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E7428515-FBA3-E476-93CA-DA9E8E3FB066}"/>
              </a:ext>
            </a:extLst>
          </p:cNvPr>
          <p:cNvCxnSpPr>
            <a:cxnSpLocks/>
            <a:stCxn id="64" idx="7"/>
            <a:endCxn id="63" idx="5"/>
          </p:cNvCxnSpPr>
          <p:nvPr/>
        </p:nvCxnSpPr>
        <p:spPr>
          <a:xfrm flipV="1">
            <a:off x="8508744" y="1205247"/>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C3E75DD1-20D1-F07A-E5ED-BF0C15D190A6}"/>
              </a:ext>
            </a:extLst>
          </p:cNvPr>
          <p:cNvCxnSpPr>
            <a:cxnSpLocks/>
            <a:stCxn id="64" idx="0"/>
            <a:endCxn id="63" idx="4"/>
          </p:cNvCxnSpPr>
          <p:nvPr/>
        </p:nvCxnSpPr>
        <p:spPr>
          <a:xfrm flipV="1">
            <a:off x="8281754" y="1290722"/>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A1978F20-A0DD-3E2F-B4D7-E235611BAA2E}"/>
              </a:ext>
            </a:extLst>
          </p:cNvPr>
          <p:cNvCxnSpPr>
            <a:cxnSpLocks/>
            <a:stCxn id="63" idx="3"/>
            <a:endCxn id="64" idx="1"/>
          </p:cNvCxnSpPr>
          <p:nvPr/>
        </p:nvCxnSpPr>
        <p:spPr>
          <a:xfrm>
            <a:off x="8054764" y="1205247"/>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FE8FA915-C806-84DF-9DB6-AFE83E0516E1}"/>
              </a:ext>
            </a:extLst>
          </p:cNvPr>
          <p:cNvSpPr txBox="1"/>
          <p:nvPr/>
        </p:nvSpPr>
        <p:spPr>
          <a:xfrm>
            <a:off x="8247477" y="1874381"/>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73" name="TextBox 72">
            <a:extLst>
              <a:ext uri="{FF2B5EF4-FFF2-40B4-BE49-F238E27FC236}">
                <a16:creationId xmlns:a16="http://schemas.microsoft.com/office/drawing/2014/main" id="{5FE198E4-53F7-456D-4D65-200BA84928AD}"/>
              </a:ext>
            </a:extLst>
          </p:cNvPr>
          <p:cNvSpPr txBox="1"/>
          <p:nvPr/>
        </p:nvSpPr>
        <p:spPr>
          <a:xfrm>
            <a:off x="8495638" y="1889816"/>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74" name="TextBox 73">
            <a:extLst>
              <a:ext uri="{FF2B5EF4-FFF2-40B4-BE49-F238E27FC236}">
                <a16:creationId xmlns:a16="http://schemas.microsoft.com/office/drawing/2014/main" id="{8522D01E-2D76-9C2C-D4C0-C88A4058C004}"/>
              </a:ext>
            </a:extLst>
          </p:cNvPr>
          <p:cNvSpPr txBox="1"/>
          <p:nvPr/>
        </p:nvSpPr>
        <p:spPr>
          <a:xfrm>
            <a:off x="7984546" y="1874381"/>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75" name="TextBox 74">
            <a:extLst>
              <a:ext uri="{FF2B5EF4-FFF2-40B4-BE49-F238E27FC236}">
                <a16:creationId xmlns:a16="http://schemas.microsoft.com/office/drawing/2014/main" id="{4056EB96-8696-E537-AF44-C59C3BEC8D35}"/>
              </a:ext>
            </a:extLst>
          </p:cNvPr>
          <p:cNvSpPr txBox="1"/>
          <p:nvPr/>
        </p:nvSpPr>
        <p:spPr>
          <a:xfrm>
            <a:off x="6953576" y="1106056"/>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6" name="TextBox 75">
            <a:extLst>
              <a:ext uri="{FF2B5EF4-FFF2-40B4-BE49-F238E27FC236}">
                <a16:creationId xmlns:a16="http://schemas.microsoft.com/office/drawing/2014/main" id="{96A40086-5EE8-7AB0-A6BF-B4AE0C5D339B}"/>
              </a:ext>
            </a:extLst>
          </p:cNvPr>
          <p:cNvSpPr txBox="1"/>
          <p:nvPr/>
        </p:nvSpPr>
        <p:spPr>
          <a:xfrm>
            <a:off x="6892805" y="3004848"/>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7" name="TextBox 76">
            <a:extLst>
              <a:ext uri="{FF2B5EF4-FFF2-40B4-BE49-F238E27FC236}">
                <a16:creationId xmlns:a16="http://schemas.microsoft.com/office/drawing/2014/main" id="{F8DB7285-C6B5-9407-0313-5FA7B0879E19}"/>
              </a:ext>
            </a:extLst>
          </p:cNvPr>
          <p:cNvSpPr txBox="1"/>
          <p:nvPr/>
        </p:nvSpPr>
        <p:spPr>
          <a:xfrm>
            <a:off x="9362424" y="3040846"/>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78" name="TextBox 77">
            <a:extLst>
              <a:ext uri="{FF2B5EF4-FFF2-40B4-BE49-F238E27FC236}">
                <a16:creationId xmlns:a16="http://schemas.microsoft.com/office/drawing/2014/main" id="{0C1E2026-7A95-0407-AF83-6CD2827464BD}"/>
              </a:ext>
            </a:extLst>
          </p:cNvPr>
          <p:cNvSpPr txBox="1"/>
          <p:nvPr/>
        </p:nvSpPr>
        <p:spPr>
          <a:xfrm>
            <a:off x="9302307" y="1126602"/>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2" name="Rectangle 1">
            <a:extLst>
              <a:ext uri="{FF2B5EF4-FFF2-40B4-BE49-F238E27FC236}">
                <a16:creationId xmlns:a16="http://schemas.microsoft.com/office/drawing/2014/main" id="{03E7B020-6D4F-9D5F-DB44-EF32A92083BB}"/>
              </a:ext>
            </a:extLst>
          </p:cNvPr>
          <p:cNvSpPr/>
          <p:nvPr/>
        </p:nvSpPr>
        <p:spPr>
          <a:xfrm>
            <a:off x="443419" y="4999214"/>
            <a:ext cx="11226965" cy="1684390"/>
          </a:xfrm>
          <a:prstGeom prst="rect">
            <a:avLst/>
          </a:prstGeom>
          <a:solidFill>
            <a:srgbClr val="E5F4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chemeClr val="tx1"/>
                </a:solidFill>
              </a:rPr>
              <a:t>Second alternative for passing CS is connecting dull before CS to dull after CS (by same REF ) which means we are in “dull” after CS and there will be </a:t>
            </a:r>
            <a:r>
              <a:rPr lang="en-US" b="1" dirty="0">
                <a:solidFill>
                  <a:schemeClr val="tx1"/>
                </a:solidFill>
              </a:rPr>
              <a:t>one</a:t>
            </a:r>
            <a:r>
              <a:rPr lang="en-US" dirty="0">
                <a:solidFill>
                  <a:schemeClr val="tx1"/>
                </a:solidFill>
              </a:rPr>
              <a:t> options for traveling the virtual graph between CS and m:</a:t>
            </a:r>
          </a:p>
          <a:p>
            <a:pPr marL="285750" indent="-285750">
              <a:buFont typeface="Arial" panose="020B0604020202020204" pitchFamily="34" charset="0"/>
              <a:buChar char="•"/>
            </a:pPr>
            <a:endParaRPr lang="en-US" dirty="0">
              <a:solidFill>
                <a:schemeClr val="tx1"/>
              </a:solidFill>
            </a:endParaRPr>
          </a:p>
          <a:p>
            <a:pPr marL="606425" indent="-342900">
              <a:buFont typeface="+mj-lt"/>
              <a:buAutoNum type="arabicPeriod"/>
            </a:pPr>
            <a:r>
              <a:rPr lang="en-US" dirty="0">
                <a:solidFill>
                  <a:schemeClr val="tx1"/>
                </a:solidFill>
              </a:rPr>
              <a:t>break/rest </a:t>
            </a:r>
            <a:r>
              <a:rPr lang="en-US" dirty="0">
                <a:solidFill>
                  <a:schemeClr val="tx1"/>
                </a:solidFill>
                <a:sym typeface="Wingdings" panose="05000000000000000000" pitchFamily="2" charset="2"/>
              </a:rPr>
              <a:t> </a:t>
            </a:r>
            <a:r>
              <a:rPr lang="en-US" dirty="0">
                <a:solidFill>
                  <a:schemeClr val="tx1"/>
                </a:solidFill>
              </a:rPr>
              <a:t>drive </a:t>
            </a:r>
            <a:r>
              <a:rPr lang="en-US" dirty="0">
                <a:solidFill>
                  <a:schemeClr val="tx1"/>
                </a:solidFill>
                <a:sym typeface="Wingdings" panose="05000000000000000000" pitchFamily="2" charset="2"/>
              </a:rPr>
              <a:t></a:t>
            </a:r>
            <a:r>
              <a:rPr lang="en-US" dirty="0">
                <a:solidFill>
                  <a:schemeClr val="tx1"/>
                </a:solidFill>
              </a:rPr>
              <a:t> visit (the purple path)</a:t>
            </a:r>
          </a:p>
        </p:txBody>
      </p:sp>
      <p:sp>
        <p:nvSpPr>
          <p:cNvPr id="3" name="TextBox 2">
            <a:extLst>
              <a:ext uri="{FF2B5EF4-FFF2-40B4-BE49-F238E27FC236}">
                <a16:creationId xmlns:a16="http://schemas.microsoft.com/office/drawing/2014/main" id="{ACA02A96-E7D2-0C78-E3C1-0262991B2226}"/>
              </a:ext>
            </a:extLst>
          </p:cNvPr>
          <p:cNvSpPr txBox="1"/>
          <p:nvPr/>
        </p:nvSpPr>
        <p:spPr>
          <a:xfrm>
            <a:off x="36120" y="96385"/>
            <a:ext cx="6094428" cy="369332"/>
          </a:xfrm>
          <a:prstGeom prst="rect">
            <a:avLst/>
          </a:prstGeom>
          <a:noFill/>
        </p:spPr>
        <p:txBody>
          <a:bodyPr wrap="square">
            <a:spAutoFit/>
          </a:bodyPr>
          <a:lstStyle/>
          <a:p>
            <a:r>
              <a:rPr lang="en-US" dirty="0">
                <a:solidFill>
                  <a:schemeClr val="tx1"/>
                </a:solidFill>
              </a:rPr>
              <a:t>We are in dull/fit and able to visit: </a:t>
            </a:r>
          </a:p>
        </p:txBody>
      </p:sp>
      <p:sp>
        <p:nvSpPr>
          <p:cNvPr id="6" name="Arrow: Curved Down 5">
            <a:extLst>
              <a:ext uri="{FF2B5EF4-FFF2-40B4-BE49-F238E27FC236}">
                <a16:creationId xmlns:a16="http://schemas.microsoft.com/office/drawing/2014/main" id="{41CEC244-3087-7825-489B-2C985B5AD2FE}"/>
              </a:ext>
            </a:extLst>
          </p:cNvPr>
          <p:cNvSpPr/>
          <p:nvPr/>
        </p:nvSpPr>
        <p:spPr>
          <a:xfrm flipV="1">
            <a:off x="3811812" y="3862213"/>
            <a:ext cx="4465539" cy="484432"/>
          </a:xfrm>
          <a:prstGeom prst="curvedDownArrow">
            <a:avLst>
              <a:gd name="adj1" fmla="val 0"/>
              <a:gd name="adj2" fmla="val 34839"/>
              <a:gd name="adj3" fmla="val 25000"/>
            </a:avLst>
          </a:prstGeom>
          <a:solidFill>
            <a:srgbClr val="00B050"/>
          </a:solid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solidFill>
                <a:schemeClr val="tx1"/>
              </a:solidFill>
            </a:endParaRPr>
          </a:p>
        </p:txBody>
      </p:sp>
      <p:cxnSp>
        <p:nvCxnSpPr>
          <p:cNvPr id="13" name="Straight Connector 12">
            <a:extLst>
              <a:ext uri="{FF2B5EF4-FFF2-40B4-BE49-F238E27FC236}">
                <a16:creationId xmlns:a16="http://schemas.microsoft.com/office/drawing/2014/main" id="{BDACCC0D-60C1-19E4-1657-86C0FDFEF8E1}"/>
              </a:ext>
            </a:extLst>
          </p:cNvPr>
          <p:cNvCxnSpPr>
            <a:cxnSpLocks/>
          </p:cNvCxnSpPr>
          <p:nvPr/>
        </p:nvCxnSpPr>
        <p:spPr>
          <a:xfrm>
            <a:off x="3507034" y="1212479"/>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4" name="Straight Connector 13">
            <a:extLst>
              <a:ext uri="{FF2B5EF4-FFF2-40B4-BE49-F238E27FC236}">
                <a16:creationId xmlns:a16="http://schemas.microsoft.com/office/drawing/2014/main" id="{814CCC26-78BF-97A0-88C9-FACC5ED9CFC4}"/>
              </a:ext>
            </a:extLst>
          </p:cNvPr>
          <p:cNvCxnSpPr>
            <a:cxnSpLocks/>
            <a:stCxn id="10" idx="4"/>
            <a:endCxn id="11" idx="0"/>
          </p:cNvCxnSpPr>
          <p:nvPr/>
        </p:nvCxnSpPr>
        <p:spPr>
          <a:xfrm>
            <a:off x="3745893" y="1308007"/>
            <a:ext cx="0" cy="198033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5" name="Straight Connector 14">
            <a:extLst>
              <a:ext uri="{FF2B5EF4-FFF2-40B4-BE49-F238E27FC236}">
                <a16:creationId xmlns:a16="http://schemas.microsoft.com/office/drawing/2014/main" id="{CAF96A7F-6F14-E723-5F2E-715476BEAF1F}"/>
              </a:ext>
            </a:extLst>
          </p:cNvPr>
          <p:cNvCxnSpPr>
            <a:cxnSpLocks/>
            <a:endCxn id="11" idx="7"/>
          </p:cNvCxnSpPr>
          <p:nvPr/>
        </p:nvCxnSpPr>
        <p:spPr>
          <a:xfrm>
            <a:off x="3955373" y="1226465"/>
            <a:ext cx="17510" cy="2147351"/>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5" name="Straight Connector 4">
            <a:extLst>
              <a:ext uri="{FF2B5EF4-FFF2-40B4-BE49-F238E27FC236}">
                <a16:creationId xmlns:a16="http://schemas.microsoft.com/office/drawing/2014/main" id="{4980B2F7-A80C-2AED-F8A8-E79B98485E83}"/>
              </a:ext>
            </a:extLst>
          </p:cNvPr>
          <p:cNvCxnSpPr>
            <a:cxnSpLocks/>
          </p:cNvCxnSpPr>
          <p:nvPr/>
        </p:nvCxnSpPr>
        <p:spPr>
          <a:xfrm>
            <a:off x="8028871" y="1196538"/>
            <a:ext cx="17510" cy="2147351"/>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7" name="Straight Connector 6">
            <a:extLst>
              <a:ext uri="{FF2B5EF4-FFF2-40B4-BE49-F238E27FC236}">
                <a16:creationId xmlns:a16="http://schemas.microsoft.com/office/drawing/2014/main" id="{310883B3-0604-0CA7-4468-B1E3F3A9A52C}"/>
              </a:ext>
            </a:extLst>
          </p:cNvPr>
          <p:cNvCxnSpPr>
            <a:cxnSpLocks/>
            <a:endCxn id="64" idx="0"/>
          </p:cNvCxnSpPr>
          <p:nvPr/>
        </p:nvCxnSpPr>
        <p:spPr>
          <a:xfrm>
            <a:off x="8277351" y="1270907"/>
            <a:ext cx="4403" cy="2000149"/>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12" name="Straight Connector 11">
            <a:extLst>
              <a:ext uri="{FF2B5EF4-FFF2-40B4-BE49-F238E27FC236}">
                <a16:creationId xmlns:a16="http://schemas.microsoft.com/office/drawing/2014/main" id="{FCD90780-A919-9C2C-7791-6ECFBDCDC99B}"/>
              </a:ext>
            </a:extLst>
          </p:cNvPr>
          <p:cNvCxnSpPr>
            <a:cxnSpLocks/>
            <a:stCxn id="63" idx="5"/>
            <a:endCxn id="64" idx="7"/>
          </p:cNvCxnSpPr>
          <p:nvPr/>
        </p:nvCxnSpPr>
        <p:spPr>
          <a:xfrm>
            <a:off x="8508744" y="1205247"/>
            <a:ext cx="0" cy="2151284"/>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20" name="Straight Connector 19">
            <a:extLst>
              <a:ext uri="{FF2B5EF4-FFF2-40B4-BE49-F238E27FC236}">
                <a16:creationId xmlns:a16="http://schemas.microsoft.com/office/drawing/2014/main" id="{0E1C4F6C-98C2-041A-7908-3FD2296C957E}"/>
              </a:ext>
            </a:extLst>
          </p:cNvPr>
          <p:cNvCxnSpPr>
            <a:cxnSpLocks/>
            <a:endCxn id="62" idx="3"/>
          </p:cNvCxnSpPr>
          <p:nvPr/>
        </p:nvCxnSpPr>
        <p:spPr>
          <a:xfrm flipV="1">
            <a:off x="8602767" y="2487296"/>
            <a:ext cx="1707360" cy="1046739"/>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18553298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D0251-E1A7-D63A-A617-1F6F85B7A7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B56AA0-7B8A-F4D5-9492-41F2735687BB}"/>
              </a:ext>
            </a:extLst>
          </p:cNvPr>
          <p:cNvSpPr txBox="1"/>
          <p:nvPr/>
        </p:nvSpPr>
        <p:spPr>
          <a:xfrm>
            <a:off x="809117" y="454603"/>
            <a:ext cx="10173109" cy="923330"/>
          </a:xfrm>
          <a:prstGeom prst="rect">
            <a:avLst/>
          </a:prstGeom>
          <a:noFill/>
        </p:spPr>
        <p:txBody>
          <a:bodyPr wrap="square">
            <a:spAutoFit/>
          </a:bodyPr>
          <a:lstStyle/>
          <a:p>
            <a:r>
              <a:rPr lang="en-US" dirty="0">
                <a:solidFill>
                  <a:schemeClr val="tx1"/>
                </a:solidFill>
                <a:latin typeface="Cambria" panose="02040503050406030204" pitchFamily="18" charset="0"/>
              </a:rPr>
              <a:t>But it is not enough to check only after CS and instead we should be able to explore all path from </a:t>
            </a:r>
            <a:r>
              <a:rPr lang="en-US" dirty="0" err="1">
                <a:solidFill>
                  <a:schemeClr val="tx1"/>
                </a:solidFill>
                <a:latin typeface="Cambria" panose="02040503050406030204" pitchFamily="18" charset="0"/>
              </a:rPr>
              <a:t>n</a:t>
            </a:r>
            <a:r>
              <a:rPr lang="en-US" dirty="0" err="1">
                <a:solidFill>
                  <a:schemeClr val="tx1"/>
                </a:solidFill>
                <a:latin typeface="Cambria" panose="02040503050406030204" pitchFamily="18" charset="0"/>
                <a:sym typeface="Wingdings" panose="05000000000000000000" pitchFamily="2" charset="2"/>
              </a:rPr>
              <a:t>CSm</a:t>
            </a:r>
            <a:r>
              <a:rPr lang="en-US" dirty="0">
                <a:solidFill>
                  <a:schemeClr val="tx1"/>
                </a:solidFill>
                <a:latin typeface="Cambria" panose="02040503050406030204" pitchFamily="18" charset="0"/>
                <a:sym typeface="Wingdings" panose="05000000000000000000" pitchFamily="2" charset="2"/>
              </a:rPr>
              <a:t> which requires to connect the dull before CS to fit after CS (otherwise we will get “NO VALID PATH ERROR”)</a:t>
            </a:r>
            <a:endParaRPr lang="en-US" dirty="0">
              <a:solidFill>
                <a:schemeClr val="tx1"/>
              </a:solidFill>
              <a:latin typeface="Cambria" panose="02040503050406030204" pitchFamily="18" charset="0"/>
            </a:endParaRPr>
          </a:p>
        </p:txBody>
      </p:sp>
      <p:graphicFrame>
        <p:nvGraphicFramePr>
          <p:cNvPr id="16" name="Table 15">
            <a:extLst>
              <a:ext uri="{FF2B5EF4-FFF2-40B4-BE49-F238E27FC236}">
                <a16:creationId xmlns:a16="http://schemas.microsoft.com/office/drawing/2014/main" id="{CD26F8B8-FCBA-9D0C-7F5C-C44AA0A6C3FC}"/>
              </a:ext>
            </a:extLst>
          </p:cNvPr>
          <p:cNvGraphicFramePr>
            <a:graphicFrameLocks noGrp="1"/>
          </p:cNvGraphicFramePr>
          <p:nvPr>
            <p:extLst>
              <p:ext uri="{D42A27DB-BD31-4B8C-83A1-F6EECF244321}">
                <p14:modId xmlns:p14="http://schemas.microsoft.com/office/powerpoint/2010/main" val="1494203938"/>
              </p:ext>
            </p:extLst>
          </p:nvPr>
        </p:nvGraphicFramePr>
        <p:xfrm>
          <a:off x="1560660" y="1574800"/>
          <a:ext cx="8128000" cy="3708400"/>
        </p:xfrm>
        <a:graphic>
          <a:graphicData uri="http://schemas.openxmlformats.org/drawingml/2006/table">
            <a:tbl>
              <a:tblPr firstRow="1" bandRow="1"/>
              <a:tblGrid>
                <a:gridCol w="4064000">
                  <a:extLst>
                    <a:ext uri="{9D8B030D-6E8A-4147-A177-3AD203B41FA5}">
                      <a16:colId xmlns:a16="http://schemas.microsoft.com/office/drawing/2014/main" val="236727734"/>
                    </a:ext>
                  </a:extLst>
                </a:gridCol>
                <a:gridCol w="4064000">
                  <a:extLst>
                    <a:ext uri="{9D8B030D-6E8A-4147-A177-3AD203B41FA5}">
                      <a16:colId xmlns:a16="http://schemas.microsoft.com/office/drawing/2014/main" val="39484444"/>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Cambria" panose="02040503050406030204" pitchFamily="18" charset="0"/>
                        </a:rPr>
                        <a:t>N</a:t>
                      </a:r>
                      <a:r>
                        <a:rPr lang="en-US" dirty="0">
                          <a:latin typeface="Cambria" panose="02040503050406030204" pitchFamily="18" charset="0"/>
                          <a:sym typeface="Wingdings" panose="05000000000000000000" pitchFamily="2" charset="2"/>
                        </a:rPr>
                        <a:t>CS</a:t>
                      </a:r>
                      <a:endParaRPr lang="nb-NO" dirty="0">
                        <a:latin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Cambria" panose="02040503050406030204" pitchFamily="18" charset="0"/>
                          <a:sym typeface="Wingdings" panose="05000000000000000000" pitchFamily="2" charset="2"/>
                        </a:rPr>
                        <a:t>CSM</a:t>
                      </a:r>
                      <a:endParaRPr lang="nb-NO" dirty="0">
                        <a:latin typeface="Cambria" panose="02040503050406030204" pitchFamily="18" charset="0"/>
                      </a:endParaRPr>
                    </a:p>
                  </a:txBody>
                  <a:tcPr/>
                </a:tc>
                <a:extLst>
                  <a:ext uri="{0D108BD9-81ED-4DB2-BD59-A6C34878D82A}">
                    <a16:rowId xmlns:a16="http://schemas.microsoft.com/office/drawing/2014/main" val="1370148629"/>
                  </a:ext>
                </a:extLst>
              </a:tr>
              <a:tr h="370840">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Cambria" panose="02040503050406030204" pitchFamily="18" charset="0"/>
                        </a:rPr>
                        <a:t>d </a:t>
                      </a:r>
                      <a:r>
                        <a:rPr lang="en-US" dirty="0">
                          <a:latin typeface="Cambria" panose="02040503050406030204" pitchFamily="18" charset="0"/>
                          <a:sym typeface="Wingdings" panose="05000000000000000000" pitchFamily="2" charset="2"/>
                        </a:rPr>
                        <a:t> </a:t>
                      </a:r>
                      <a:r>
                        <a:rPr lang="en-US" dirty="0" err="1">
                          <a:latin typeface="Cambria" panose="02040503050406030204" pitchFamily="18" charset="0"/>
                          <a:sym typeface="Wingdings" panose="05000000000000000000" pitchFamily="2" charset="2"/>
                        </a:rPr>
                        <a:t>b/r</a:t>
                      </a:r>
                      <a:r>
                        <a:rPr lang="en-US" dirty="0">
                          <a:latin typeface="Cambria" panose="02040503050406030204" pitchFamily="18" charset="0"/>
                          <a:sym typeface="Wingdings" panose="05000000000000000000" pitchFamily="2" charset="2"/>
                        </a:rPr>
                        <a:t>  fit</a:t>
                      </a:r>
                      <a:endParaRPr lang="nb-NO" dirty="0">
                        <a:latin typeface="Cambria" panose="02040503050406030204" pitchFamily="18" charset="0"/>
                      </a:endParaRPr>
                    </a:p>
                  </a:txBody>
                  <a:tcPr anchor="ctr"/>
                </a:tc>
                <a:tc>
                  <a:txBody>
                    <a:bodyPr/>
                    <a:lstStyle/>
                    <a:p>
                      <a:pPr algn="l"/>
                      <a:r>
                        <a:rPr lang="en-US" dirty="0" err="1">
                          <a:latin typeface="Cambria" panose="02040503050406030204" pitchFamily="18" charset="0"/>
                        </a:rPr>
                        <a:t>fit</a:t>
                      </a:r>
                      <a:r>
                        <a:rPr lang="en-US" dirty="0" err="1">
                          <a:latin typeface="Cambria" panose="02040503050406030204" pitchFamily="18" charset="0"/>
                          <a:sym typeface="Wingdings" panose="05000000000000000000" pitchFamily="2" charset="2"/>
                        </a:rPr>
                        <a:t></a:t>
                      </a:r>
                      <a:r>
                        <a:rPr lang="en-US" dirty="0" err="1">
                          <a:latin typeface="Cambria" panose="02040503050406030204" pitchFamily="18" charset="0"/>
                        </a:rPr>
                        <a:t>D</a:t>
                      </a:r>
                      <a:r>
                        <a:rPr lang="en-US" dirty="0" err="1">
                          <a:latin typeface="Cambria" panose="02040503050406030204" pitchFamily="18" charset="0"/>
                          <a:sym typeface="Wingdings" panose="05000000000000000000" pitchFamily="2" charset="2"/>
                        </a:rPr>
                        <a:t>visit</a:t>
                      </a:r>
                      <a:endParaRPr lang="nb-NO" dirty="0">
                        <a:latin typeface="Cambria" panose="02040503050406030204" pitchFamily="18" charset="0"/>
                      </a:endParaRPr>
                    </a:p>
                  </a:txBody>
                  <a:tcPr/>
                </a:tc>
                <a:extLst>
                  <a:ext uri="{0D108BD9-81ED-4DB2-BD59-A6C34878D82A}">
                    <a16:rowId xmlns:a16="http://schemas.microsoft.com/office/drawing/2014/main" val="551660684"/>
                  </a:ext>
                </a:extLst>
              </a:tr>
              <a:tr h="370840">
                <a:tc vMerge="1">
                  <a:txBody>
                    <a:bodyPr/>
                    <a:lstStyle/>
                    <a:p>
                      <a:pPr algn="ctr"/>
                      <a:endParaRPr lang="nb-NO" dirty="0"/>
                    </a:p>
                  </a:txBody>
                  <a:tcPr anchor="ctr"/>
                </a:tc>
                <a:tc>
                  <a:txBody>
                    <a:bodyPr/>
                    <a:lstStyle/>
                    <a:p>
                      <a:pPr algn="l"/>
                      <a:r>
                        <a:rPr lang="en-US" dirty="0" err="1">
                          <a:latin typeface="Cambria" panose="02040503050406030204" pitchFamily="18" charset="0"/>
                        </a:rPr>
                        <a:t>fit</a:t>
                      </a:r>
                      <a:r>
                        <a:rPr lang="en-US" dirty="0" err="1">
                          <a:latin typeface="Cambria" panose="02040503050406030204" pitchFamily="18" charset="0"/>
                          <a:sym typeface="Wingdings" panose="05000000000000000000" pitchFamily="2" charset="2"/>
                        </a:rPr>
                        <a:t></a:t>
                      </a:r>
                      <a:r>
                        <a:rPr lang="en-US" dirty="0" err="1">
                          <a:latin typeface="Cambria" panose="02040503050406030204" pitchFamily="18" charset="0"/>
                        </a:rPr>
                        <a:t>d</a:t>
                      </a:r>
                      <a:r>
                        <a:rPr lang="en-US" dirty="0">
                          <a:latin typeface="Cambria" panose="02040503050406030204" pitchFamily="18" charset="0"/>
                        </a:rPr>
                        <a:t> </a:t>
                      </a:r>
                      <a:r>
                        <a:rPr lang="en-US" dirty="0">
                          <a:latin typeface="Cambria" panose="02040503050406030204" pitchFamily="18" charset="0"/>
                          <a:sym typeface="Wingdings" panose="05000000000000000000" pitchFamily="2" charset="2"/>
                        </a:rPr>
                        <a:t> </a:t>
                      </a:r>
                      <a:r>
                        <a:rPr lang="en-US" dirty="0" err="1">
                          <a:latin typeface="Cambria" panose="02040503050406030204" pitchFamily="18" charset="0"/>
                          <a:sym typeface="Wingdings" panose="05000000000000000000" pitchFamily="2" charset="2"/>
                        </a:rPr>
                        <a:t>b/r</a:t>
                      </a:r>
                      <a:r>
                        <a:rPr lang="en-US" dirty="0">
                          <a:latin typeface="Cambria" panose="02040503050406030204" pitchFamily="18" charset="0"/>
                          <a:sym typeface="Wingdings" panose="05000000000000000000" pitchFamily="2" charset="2"/>
                        </a:rPr>
                        <a:t>  visit</a:t>
                      </a:r>
                      <a:endParaRPr lang="nb-NO" dirty="0">
                        <a:latin typeface="Cambria" panose="02040503050406030204" pitchFamily="18" charset="0"/>
                      </a:endParaRPr>
                    </a:p>
                  </a:txBody>
                  <a:tcPr/>
                </a:tc>
                <a:extLst>
                  <a:ext uri="{0D108BD9-81ED-4DB2-BD59-A6C34878D82A}">
                    <a16:rowId xmlns:a16="http://schemas.microsoft.com/office/drawing/2014/main" val="201085151"/>
                  </a:ext>
                </a:extLst>
              </a:tr>
              <a:tr h="370840">
                <a:tc vMerge="1">
                  <a:txBody>
                    <a:bodyPr/>
                    <a:lstStyle/>
                    <a:p>
                      <a:pPr algn="ctr"/>
                      <a:endParaRPr lang="nb-NO" dirty="0"/>
                    </a:p>
                  </a:txBody>
                  <a:tcPr anchor="ctr"/>
                </a:tc>
                <a:tc>
                  <a:txBody>
                    <a:bodyPr/>
                    <a:lstStyle/>
                    <a:p>
                      <a:pPr algn="l"/>
                      <a:r>
                        <a:rPr lang="en-US" sz="1100" dirty="0">
                          <a:latin typeface="Cambria" panose="02040503050406030204" pitchFamily="18" charset="0"/>
                        </a:rPr>
                        <a:t>We do not need it because we do not need two consecutive </a:t>
                      </a:r>
                      <a:r>
                        <a:rPr lang="en-US" sz="1100" dirty="0" err="1">
                          <a:latin typeface="Cambria" panose="02040503050406030204" pitchFamily="18" charset="0"/>
                        </a:rPr>
                        <a:t>b/r</a:t>
                      </a:r>
                      <a:endParaRPr lang="nb-NO" sz="1100" dirty="0">
                        <a:latin typeface="Cambria" panose="02040503050406030204" pitchFamily="18" charset="0"/>
                      </a:endParaRPr>
                    </a:p>
                  </a:txBody>
                  <a:tcPr/>
                </a:tc>
                <a:extLst>
                  <a:ext uri="{0D108BD9-81ED-4DB2-BD59-A6C34878D82A}">
                    <a16:rowId xmlns:a16="http://schemas.microsoft.com/office/drawing/2014/main" val="4146921429"/>
                  </a:ext>
                </a:extLst>
              </a:tr>
              <a:tr h="370840">
                <a:tc rowSpan="3">
                  <a:txBody>
                    <a:bodyPr/>
                    <a:lstStyle/>
                    <a:p>
                      <a:pPr algn="ctr"/>
                      <a:r>
                        <a:rPr lang="en-US" dirty="0" err="1">
                          <a:latin typeface="Cambria" panose="02040503050406030204" pitchFamily="18" charset="0"/>
                        </a:rPr>
                        <a:t>d</a:t>
                      </a:r>
                      <a:r>
                        <a:rPr lang="en-US" dirty="0" err="1">
                          <a:latin typeface="Cambria" panose="02040503050406030204" pitchFamily="18" charset="0"/>
                          <a:sym typeface="Wingdings" panose="05000000000000000000" pitchFamily="2" charset="2"/>
                        </a:rPr>
                        <a:t>dull</a:t>
                      </a:r>
                      <a:endParaRPr lang="nb-NO" dirty="0">
                        <a:latin typeface="Cambria" panose="020405030504060302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Cambria" panose="02040503050406030204" pitchFamily="18" charset="0"/>
                        </a:rPr>
                        <a:t>dull</a:t>
                      </a:r>
                      <a:r>
                        <a:rPr lang="en-US" dirty="0" err="1">
                          <a:latin typeface="Cambria" panose="02040503050406030204" pitchFamily="18" charset="0"/>
                          <a:sym typeface="Wingdings" panose="05000000000000000000" pitchFamily="2" charset="2"/>
                        </a:rPr>
                        <a:t>b</a:t>
                      </a:r>
                      <a:r>
                        <a:rPr lang="en-US" dirty="0">
                          <a:latin typeface="Cambria" panose="02040503050406030204" pitchFamily="18" charset="0"/>
                          <a:sym typeface="Wingdings" panose="05000000000000000000" pitchFamily="2" charset="2"/>
                        </a:rPr>
                        <a:t>/</a:t>
                      </a:r>
                      <a:r>
                        <a:rPr lang="en-US" dirty="0" err="1">
                          <a:latin typeface="Cambria" panose="02040503050406030204" pitchFamily="18" charset="0"/>
                          <a:sym typeface="Wingdings" panose="05000000000000000000" pitchFamily="2" charset="2"/>
                        </a:rPr>
                        <a:t>rdvisit</a:t>
                      </a:r>
                      <a:endParaRPr lang="nb-NO" dirty="0">
                        <a:latin typeface="Cambria" panose="02040503050406030204" pitchFamily="18" charset="0"/>
                      </a:endParaRPr>
                    </a:p>
                  </a:txBody>
                  <a:tcPr/>
                </a:tc>
                <a:extLst>
                  <a:ext uri="{0D108BD9-81ED-4DB2-BD59-A6C34878D82A}">
                    <a16:rowId xmlns:a16="http://schemas.microsoft.com/office/drawing/2014/main" val="3024888038"/>
                  </a:ext>
                </a:extLst>
              </a:tr>
              <a:tr h="370840">
                <a:tc vMerge="1">
                  <a:txBody>
                    <a:bodyPr/>
                    <a:lstStyle/>
                    <a:p>
                      <a:pPr algn="ctr"/>
                      <a:endParaRPr lang="nb-NO"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rgbClr val="FF0000"/>
                          </a:solidFill>
                          <a:latin typeface="Cambria" panose="02040503050406030204" pitchFamily="18" charset="0"/>
                        </a:rPr>
                        <a:t>fit</a:t>
                      </a:r>
                      <a:r>
                        <a:rPr lang="en-US" dirty="0" err="1">
                          <a:solidFill>
                            <a:srgbClr val="FF0000"/>
                          </a:solidFill>
                          <a:latin typeface="Cambria" panose="02040503050406030204" pitchFamily="18" charset="0"/>
                          <a:sym typeface="Wingdings" panose="05000000000000000000" pitchFamily="2" charset="2"/>
                        </a:rPr>
                        <a:t></a:t>
                      </a:r>
                      <a:r>
                        <a:rPr lang="en-US" dirty="0" err="1">
                          <a:solidFill>
                            <a:srgbClr val="FF0000"/>
                          </a:solidFill>
                          <a:latin typeface="Cambria" panose="02040503050406030204" pitchFamily="18" charset="0"/>
                        </a:rPr>
                        <a:t>d</a:t>
                      </a:r>
                      <a:r>
                        <a:rPr lang="en-US" dirty="0">
                          <a:solidFill>
                            <a:srgbClr val="FF0000"/>
                          </a:solidFill>
                          <a:latin typeface="Cambria" panose="02040503050406030204" pitchFamily="18" charset="0"/>
                        </a:rPr>
                        <a:t> </a:t>
                      </a:r>
                      <a:r>
                        <a:rPr lang="en-US" dirty="0">
                          <a:solidFill>
                            <a:srgbClr val="FF0000"/>
                          </a:solidFill>
                          <a:latin typeface="Cambria" panose="02040503050406030204" pitchFamily="18" charset="0"/>
                          <a:sym typeface="Wingdings" panose="05000000000000000000" pitchFamily="2" charset="2"/>
                        </a:rPr>
                        <a:t> </a:t>
                      </a:r>
                      <a:r>
                        <a:rPr lang="en-US" dirty="0" err="1">
                          <a:solidFill>
                            <a:srgbClr val="FF0000"/>
                          </a:solidFill>
                          <a:latin typeface="Cambria" panose="02040503050406030204" pitchFamily="18" charset="0"/>
                          <a:sym typeface="Wingdings" panose="05000000000000000000" pitchFamily="2" charset="2"/>
                        </a:rPr>
                        <a:t>b/r</a:t>
                      </a:r>
                      <a:r>
                        <a:rPr lang="en-US" dirty="0">
                          <a:solidFill>
                            <a:srgbClr val="FF0000"/>
                          </a:solidFill>
                          <a:latin typeface="Cambria" panose="02040503050406030204" pitchFamily="18" charset="0"/>
                          <a:sym typeface="Wingdings" panose="05000000000000000000" pitchFamily="2" charset="2"/>
                        </a:rPr>
                        <a:t>  visit</a:t>
                      </a:r>
                      <a:endParaRPr lang="nb-NO" dirty="0">
                        <a:solidFill>
                          <a:srgbClr val="FF0000"/>
                        </a:solidFill>
                        <a:latin typeface="Cambria" panose="02040503050406030204" pitchFamily="18" charset="0"/>
                      </a:endParaRPr>
                    </a:p>
                  </a:txBody>
                  <a:tcPr/>
                </a:tc>
                <a:extLst>
                  <a:ext uri="{0D108BD9-81ED-4DB2-BD59-A6C34878D82A}">
                    <a16:rowId xmlns:a16="http://schemas.microsoft.com/office/drawing/2014/main" val="4134516443"/>
                  </a:ext>
                </a:extLst>
              </a:tr>
              <a:tr h="370840">
                <a:tc vMerge="1">
                  <a:txBody>
                    <a:bodyPr/>
                    <a:lstStyle/>
                    <a:p>
                      <a:pPr algn="ctr"/>
                      <a:endParaRPr lang="nb-NO"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rgbClr val="FF0000"/>
                          </a:solidFill>
                          <a:latin typeface="Cambria" panose="02040503050406030204" pitchFamily="18" charset="0"/>
                        </a:rPr>
                        <a:t>fit</a:t>
                      </a:r>
                      <a:r>
                        <a:rPr lang="en-US" dirty="0" err="1">
                          <a:solidFill>
                            <a:srgbClr val="FF0000"/>
                          </a:solidFill>
                          <a:latin typeface="Cambria" panose="02040503050406030204" pitchFamily="18" charset="0"/>
                          <a:sym typeface="Wingdings" panose="05000000000000000000" pitchFamily="2" charset="2"/>
                        </a:rPr>
                        <a:t></a:t>
                      </a:r>
                      <a:r>
                        <a:rPr lang="en-US" dirty="0" err="1">
                          <a:solidFill>
                            <a:srgbClr val="FF0000"/>
                          </a:solidFill>
                          <a:latin typeface="Cambria" panose="02040503050406030204" pitchFamily="18" charset="0"/>
                        </a:rPr>
                        <a:t>D</a:t>
                      </a:r>
                      <a:r>
                        <a:rPr lang="en-US" dirty="0" err="1">
                          <a:solidFill>
                            <a:srgbClr val="FF0000"/>
                          </a:solidFill>
                          <a:latin typeface="Cambria" panose="02040503050406030204" pitchFamily="18" charset="0"/>
                          <a:sym typeface="Wingdings" panose="05000000000000000000" pitchFamily="2" charset="2"/>
                        </a:rPr>
                        <a:t>visit</a:t>
                      </a:r>
                      <a:endParaRPr lang="nb-NO" dirty="0">
                        <a:solidFill>
                          <a:srgbClr val="FF0000"/>
                        </a:solidFill>
                        <a:latin typeface="Cambria" panose="02040503050406030204" pitchFamily="18" charset="0"/>
                      </a:endParaRPr>
                    </a:p>
                  </a:txBody>
                  <a:tcPr/>
                </a:tc>
                <a:extLst>
                  <a:ext uri="{0D108BD9-81ED-4DB2-BD59-A6C34878D82A}">
                    <a16:rowId xmlns:a16="http://schemas.microsoft.com/office/drawing/2014/main" val="3583890582"/>
                  </a:ext>
                </a:extLst>
              </a:tr>
              <a:tr h="370840">
                <a:tc rowSpan="3">
                  <a:txBody>
                    <a:bodyPr/>
                    <a:lstStyle/>
                    <a:p>
                      <a:pPr algn="ctr"/>
                      <a:r>
                        <a:rPr lang="en-US" dirty="0">
                          <a:latin typeface="Cambria" panose="02040503050406030204" pitchFamily="18" charset="0"/>
                        </a:rPr>
                        <a:t>b/</a:t>
                      </a:r>
                      <a:r>
                        <a:rPr lang="en-US" dirty="0" err="1">
                          <a:latin typeface="Cambria" panose="02040503050406030204" pitchFamily="18" charset="0"/>
                        </a:rPr>
                        <a:t>r</a:t>
                      </a:r>
                      <a:r>
                        <a:rPr lang="en-US" dirty="0" err="1">
                          <a:latin typeface="Cambria" panose="02040503050406030204" pitchFamily="18" charset="0"/>
                          <a:sym typeface="Wingdings" panose="05000000000000000000" pitchFamily="2" charset="2"/>
                        </a:rPr>
                        <a:t>ddull</a:t>
                      </a:r>
                      <a:endParaRPr lang="nb-NO" dirty="0">
                        <a:latin typeface="Cambria" panose="02040503050406030204" pitchFamily="18" charset="0"/>
                      </a:endParaRPr>
                    </a:p>
                  </a:txBody>
                  <a:tcPr anchor="ctr"/>
                </a:tc>
                <a:tc>
                  <a:txBody>
                    <a:bodyPr/>
                    <a:lstStyle/>
                    <a:p>
                      <a:pPr algn="l"/>
                      <a:r>
                        <a:rPr lang="en-US" dirty="0" err="1">
                          <a:latin typeface="Cambria" panose="02040503050406030204" pitchFamily="18" charset="0"/>
                        </a:rPr>
                        <a:t>dull</a:t>
                      </a:r>
                      <a:r>
                        <a:rPr lang="en-US" dirty="0" err="1">
                          <a:latin typeface="Cambria" panose="02040503050406030204" pitchFamily="18" charset="0"/>
                          <a:sym typeface="Wingdings" panose="05000000000000000000" pitchFamily="2" charset="2"/>
                        </a:rPr>
                        <a:t>b</a:t>
                      </a:r>
                      <a:r>
                        <a:rPr lang="en-US" dirty="0">
                          <a:latin typeface="Cambria" panose="02040503050406030204" pitchFamily="18" charset="0"/>
                          <a:sym typeface="Wingdings" panose="05000000000000000000" pitchFamily="2" charset="2"/>
                        </a:rPr>
                        <a:t>/</a:t>
                      </a:r>
                      <a:r>
                        <a:rPr lang="en-US" dirty="0" err="1">
                          <a:latin typeface="Cambria" panose="02040503050406030204" pitchFamily="18" charset="0"/>
                          <a:sym typeface="Wingdings" panose="05000000000000000000" pitchFamily="2" charset="2"/>
                        </a:rPr>
                        <a:t>rdvisit</a:t>
                      </a:r>
                      <a:endParaRPr lang="nb-NO" dirty="0">
                        <a:latin typeface="Cambria" panose="02040503050406030204" pitchFamily="18" charset="0"/>
                      </a:endParaRPr>
                    </a:p>
                  </a:txBody>
                  <a:tcPr/>
                </a:tc>
                <a:extLst>
                  <a:ext uri="{0D108BD9-81ED-4DB2-BD59-A6C34878D82A}">
                    <a16:rowId xmlns:a16="http://schemas.microsoft.com/office/drawing/2014/main" val="1863326334"/>
                  </a:ext>
                </a:extLst>
              </a:tr>
              <a:tr h="370840">
                <a:tc vMerge="1">
                  <a:txBody>
                    <a:bodyPr/>
                    <a:lstStyle/>
                    <a:p>
                      <a:pPr algn="ctr"/>
                      <a:endParaRPr lang="nb-NO"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rgbClr val="FF0000"/>
                          </a:solidFill>
                          <a:latin typeface="Cambria" panose="02040503050406030204" pitchFamily="18" charset="0"/>
                        </a:rPr>
                        <a:t>fit</a:t>
                      </a:r>
                      <a:r>
                        <a:rPr lang="en-US" dirty="0" err="1">
                          <a:solidFill>
                            <a:srgbClr val="FF0000"/>
                          </a:solidFill>
                          <a:latin typeface="Cambria" panose="02040503050406030204" pitchFamily="18" charset="0"/>
                          <a:sym typeface="Wingdings" panose="05000000000000000000" pitchFamily="2" charset="2"/>
                        </a:rPr>
                        <a:t></a:t>
                      </a:r>
                      <a:r>
                        <a:rPr lang="en-US" dirty="0" err="1">
                          <a:solidFill>
                            <a:srgbClr val="FF0000"/>
                          </a:solidFill>
                          <a:latin typeface="Cambria" panose="02040503050406030204" pitchFamily="18" charset="0"/>
                        </a:rPr>
                        <a:t>d</a:t>
                      </a:r>
                      <a:r>
                        <a:rPr lang="en-US" dirty="0">
                          <a:solidFill>
                            <a:srgbClr val="FF0000"/>
                          </a:solidFill>
                          <a:latin typeface="Cambria" panose="02040503050406030204" pitchFamily="18" charset="0"/>
                        </a:rPr>
                        <a:t> </a:t>
                      </a:r>
                      <a:r>
                        <a:rPr lang="en-US" dirty="0">
                          <a:solidFill>
                            <a:srgbClr val="FF0000"/>
                          </a:solidFill>
                          <a:latin typeface="Cambria" panose="02040503050406030204" pitchFamily="18" charset="0"/>
                          <a:sym typeface="Wingdings" panose="05000000000000000000" pitchFamily="2" charset="2"/>
                        </a:rPr>
                        <a:t> </a:t>
                      </a:r>
                      <a:r>
                        <a:rPr lang="en-US" dirty="0" err="1">
                          <a:solidFill>
                            <a:srgbClr val="FF0000"/>
                          </a:solidFill>
                          <a:latin typeface="Cambria" panose="02040503050406030204" pitchFamily="18" charset="0"/>
                          <a:sym typeface="Wingdings" panose="05000000000000000000" pitchFamily="2" charset="2"/>
                        </a:rPr>
                        <a:t>b/r</a:t>
                      </a:r>
                      <a:r>
                        <a:rPr lang="en-US" dirty="0">
                          <a:solidFill>
                            <a:srgbClr val="FF0000"/>
                          </a:solidFill>
                          <a:latin typeface="Cambria" panose="02040503050406030204" pitchFamily="18" charset="0"/>
                          <a:sym typeface="Wingdings" panose="05000000000000000000" pitchFamily="2" charset="2"/>
                        </a:rPr>
                        <a:t>  visit</a:t>
                      </a:r>
                      <a:endParaRPr lang="nb-NO" dirty="0">
                        <a:solidFill>
                          <a:srgbClr val="FF0000"/>
                        </a:solidFill>
                        <a:latin typeface="Cambria" panose="02040503050406030204" pitchFamily="18" charset="0"/>
                      </a:endParaRPr>
                    </a:p>
                  </a:txBody>
                  <a:tcPr/>
                </a:tc>
                <a:extLst>
                  <a:ext uri="{0D108BD9-81ED-4DB2-BD59-A6C34878D82A}">
                    <a16:rowId xmlns:a16="http://schemas.microsoft.com/office/drawing/2014/main" val="3611090882"/>
                  </a:ext>
                </a:extLst>
              </a:tr>
              <a:tr h="370840">
                <a:tc vMerge="1">
                  <a:txBody>
                    <a:bodyPr/>
                    <a:lstStyle/>
                    <a:p>
                      <a:pPr algn="ctr"/>
                      <a:endParaRPr lang="nb-NO"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rgbClr val="FF0000"/>
                          </a:solidFill>
                          <a:latin typeface="Cambria" panose="02040503050406030204" pitchFamily="18" charset="0"/>
                        </a:rPr>
                        <a:t>fit</a:t>
                      </a:r>
                      <a:r>
                        <a:rPr lang="en-US" dirty="0" err="1">
                          <a:solidFill>
                            <a:srgbClr val="FF0000"/>
                          </a:solidFill>
                          <a:latin typeface="Cambria" panose="02040503050406030204" pitchFamily="18" charset="0"/>
                          <a:sym typeface="Wingdings" panose="05000000000000000000" pitchFamily="2" charset="2"/>
                        </a:rPr>
                        <a:t></a:t>
                      </a:r>
                      <a:r>
                        <a:rPr lang="en-US" dirty="0" err="1">
                          <a:solidFill>
                            <a:srgbClr val="FF0000"/>
                          </a:solidFill>
                          <a:latin typeface="Cambria" panose="02040503050406030204" pitchFamily="18" charset="0"/>
                        </a:rPr>
                        <a:t>D</a:t>
                      </a:r>
                      <a:r>
                        <a:rPr lang="en-US" dirty="0" err="1">
                          <a:solidFill>
                            <a:srgbClr val="FF0000"/>
                          </a:solidFill>
                          <a:latin typeface="Cambria" panose="02040503050406030204" pitchFamily="18" charset="0"/>
                          <a:sym typeface="Wingdings" panose="05000000000000000000" pitchFamily="2" charset="2"/>
                        </a:rPr>
                        <a:t>visit</a:t>
                      </a:r>
                      <a:endParaRPr lang="nb-NO" dirty="0">
                        <a:solidFill>
                          <a:srgbClr val="FF0000"/>
                        </a:solidFill>
                        <a:latin typeface="Cambria" panose="02040503050406030204" pitchFamily="18" charset="0"/>
                      </a:endParaRPr>
                    </a:p>
                  </a:txBody>
                  <a:tcPr/>
                </a:tc>
                <a:extLst>
                  <a:ext uri="{0D108BD9-81ED-4DB2-BD59-A6C34878D82A}">
                    <a16:rowId xmlns:a16="http://schemas.microsoft.com/office/drawing/2014/main" val="3555696546"/>
                  </a:ext>
                </a:extLst>
              </a:tr>
            </a:tbl>
          </a:graphicData>
        </a:graphic>
      </p:graphicFrame>
      <p:sp>
        <p:nvSpPr>
          <p:cNvPr id="17" name="TextBox 16">
            <a:extLst>
              <a:ext uri="{FF2B5EF4-FFF2-40B4-BE49-F238E27FC236}">
                <a16:creationId xmlns:a16="http://schemas.microsoft.com/office/drawing/2014/main" id="{DC03DF43-8211-9992-65E8-125971C9BCA6}"/>
              </a:ext>
            </a:extLst>
          </p:cNvPr>
          <p:cNvSpPr txBox="1"/>
          <p:nvPr/>
        </p:nvSpPr>
        <p:spPr>
          <a:xfrm>
            <a:off x="458231" y="5480067"/>
            <a:ext cx="10173109" cy="646331"/>
          </a:xfrm>
          <a:prstGeom prst="rect">
            <a:avLst/>
          </a:prstGeom>
          <a:noFill/>
        </p:spPr>
        <p:txBody>
          <a:bodyPr wrap="square">
            <a:spAutoFit/>
          </a:bodyPr>
          <a:lstStyle/>
          <a:p>
            <a:r>
              <a:rPr lang="en-US" dirty="0">
                <a:solidFill>
                  <a:schemeClr val="tx1"/>
                </a:solidFill>
                <a:latin typeface="Cambria" panose="02040503050406030204" pitchFamily="18" charset="0"/>
              </a:rPr>
              <a:t>Which we can provide this possibility to explore the red path (from CS to m) by connecting dull before CS to fit after CS by same REF of passing by.</a:t>
            </a:r>
          </a:p>
        </p:txBody>
      </p:sp>
    </p:spTree>
    <p:extLst>
      <p:ext uri="{BB962C8B-B14F-4D97-AF65-F5344CB8AC3E}">
        <p14:creationId xmlns:p14="http://schemas.microsoft.com/office/powerpoint/2010/main" val="311091642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92068-2185-AA77-0742-08568A946285}"/>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FFF2578F-E91A-51D0-3EE4-94D9B24E4AAF}"/>
              </a:ext>
            </a:extLst>
          </p:cNvPr>
          <p:cNvSpPr/>
          <p:nvPr/>
        </p:nvSpPr>
        <p:spPr>
          <a:xfrm>
            <a:off x="1122383" y="148792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 name="Oval 8">
            <a:extLst>
              <a:ext uri="{FF2B5EF4-FFF2-40B4-BE49-F238E27FC236}">
                <a16:creationId xmlns:a16="http://schemas.microsoft.com/office/drawing/2014/main" id="{7A14A798-2656-BCD3-5AB9-08FC4B4CB0AA}"/>
              </a:ext>
            </a:extLst>
          </p:cNvPr>
          <p:cNvSpPr/>
          <p:nvPr/>
        </p:nvSpPr>
        <p:spPr>
          <a:xfrm>
            <a:off x="5633109" y="148792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CS</a:t>
            </a:r>
          </a:p>
        </p:txBody>
      </p:sp>
      <p:sp>
        <p:nvSpPr>
          <p:cNvPr id="10" name="Oval 9">
            <a:extLst>
              <a:ext uri="{FF2B5EF4-FFF2-40B4-BE49-F238E27FC236}">
                <a16:creationId xmlns:a16="http://schemas.microsoft.com/office/drawing/2014/main" id="{4389FB79-32D2-748C-40CF-15823BB8A9D0}"/>
              </a:ext>
            </a:extLst>
          </p:cNvPr>
          <p:cNvSpPr/>
          <p:nvPr/>
        </p:nvSpPr>
        <p:spPr>
          <a:xfrm>
            <a:off x="3377746" y="205874"/>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1" name="Oval 10">
            <a:extLst>
              <a:ext uri="{FF2B5EF4-FFF2-40B4-BE49-F238E27FC236}">
                <a16:creationId xmlns:a16="http://schemas.microsoft.com/office/drawing/2014/main" id="{AF9B8B43-F2FA-10D4-EDE0-DB6108D2288B}"/>
              </a:ext>
            </a:extLst>
          </p:cNvPr>
          <p:cNvSpPr/>
          <p:nvPr/>
        </p:nvSpPr>
        <p:spPr>
          <a:xfrm>
            <a:off x="3377746" y="276986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9" name="Straight Arrow Connector 18">
            <a:extLst>
              <a:ext uri="{FF2B5EF4-FFF2-40B4-BE49-F238E27FC236}">
                <a16:creationId xmlns:a16="http://schemas.microsoft.com/office/drawing/2014/main" id="{238595BB-00F1-DEAE-D177-4C38D378C4AE}"/>
              </a:ext>
            </a:extLst>
          </p:cNvPr>
          <p:cNvCxnSpPr>
            <a:cxnSpLocks/>
            <a:stCxn id="4" idx="7"/>
            <a:endCxn id="10" idx="2"/>
          </p:cNvCxnSpPr>
          <p:nvPr/>
        </p:nvCxnSpPr>
        <p:spPr>
          <a:xfrm flipV="1">
            <a:off x="1670386" y="497704"/>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BFC5609-47B6-5FD4-2C04-AFE5BE9E19E8}"/>
              </a:ext>
            </a:extLst>
          </p:cNvPr>
          <p:cNvCxnSpPr>
            <a:cxnSpLocks/>
            <a:stCxn id="4" idx="5"/>
            <a:endCxn id="11" idx="2"/>
          </p:cNvCxnSpPr>
          <p:nvPr/>
        </p:nvCxnSpPr>
        <p:spPr>
          <a:xfrm>
            <a:off x="1670386" y="1986107"/>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FF5FDDD0-5977-8E93-7759-6B1261176CA5}"/>
              </a:ext>
            </a:extLst>
          </p:cNvPr>
          <p:cNvCxnSpPr>
            <a:cxnSpLocks/>
            <a:stCxn id="10" idx="6"/>
            <a:endCxn id="9" idx="1"/>
          </p:cNvCxnSpPr>
          <p:nvPr/>
        </p:nvCxnSpPr>
        <p:spPr>
          <a:xfrm>
            <a:off x="4019772" y="497704"/>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A7ACAE1-6729-9C39-CA35-D53810C14D97}"/>
              </a:ext>
            </a:extLst>
          </p:cNvPr>
          <p:cNvCxnSpPr>
            <a:cxnSpLocks/>
            <a:stCxn id="11" idx="6"/>
            <a:endCxn id="9" idx="3"/>
          </p:cNvCxnSpPr>
          <p:nvPr/>
        </p:nvCxnSpPr>
        <p:spPr>
          <a:xfrm flipV="1">
            <a:off x="4019772" y="1986107"/>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A5ED0FEC-8734-D9AC-949E-B2B7B10F629E}"/>
              </a:ext>
            </a:extLst>
          </p:cNvPr>
          <p:cNvCxnSpPr>
            <a:cxnSpLocks/>
            <a:stCxn id="11" idx="7"/>
            <a:endCxn id="10" idx="5"/>
          </p:cNvCxnSpPr>
          <p:nvPr/>
        </p:nvCxnSpPr>
        <p:spPr>
          <a:xfrm flipV="1">
            <a:off x="3925749" y="704058"/>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233D03B6-38E3-3820-223B-E834ABD5D82A}"/>
              </a:ext>
            </a:extLst>
          </p:cNvPr>
          <p:cNvCxnSpPr>
            <a:cxnSpLocks/>
            <a:stCxn id="11" idx="0"/>
            <a:endCxn id="10" idx="4"/>
          </p:cNvCxnSpPr>
          <p:nvPr/>
        </p:nvCxnSpPr>
        <p:spPr>
          <a:xfrm flipV="1">
            <a:off x="3698759" y="789533"/>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1BA35175-5CA1-3C45-BDD1-558EC267E7F7}"/>
              </a:ext>
            </a:extLst>
          </p:cNvPr>
          <p:cNvCxnSpPr>
            <a:cxnSpLocks/>
            <a:stCxn id="10" idx="3"/>
            <a:endCxn id="11" idx="1"/>
          </p:cNvCxnSpPr>
          <p:nvPr/>
        </p:nvCxnSpPr>
        <p:spPr>
          <a:xfrm>
            <a:off x="3471769" y="704058"/>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3F001F71-DC80-BBDE-8340-AAB00BFCF796}"/>
              </a:ext>
            </a:extLst>
          </p:cNvPr>
          <p:cNvSpPr txBox="1"/>
          <p:nvPr/>
        </p:nvSpPr>
        <p:spPr>
          <a:xfrm>
            <a:off x="3664482" y="1373192"/>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55" name="TextBox 54">
            <a:extLst>
              <a:ext uri="{FF2B5EF4-FFF2-40B4-BE49-F238E27FC236}">
                <a16:creationId xmlns:a16="http://schemas.microsoft.com/office/drawing/2014/main" id="{956F1BEF-4DC0-1C5F-4DB5-F0C5167B5AFE}"/>
              </a:ext>
            </a:extLst>
          </p:cNvPr>
          <p:cNvSpPr txBox="1"/>
          <p:nvPr/>
        </p:nvSpPr>
        <p:spPr>
          <a:xfrm>
            <a:off x="3912643" y="1388627"/>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56" name="TextBox 55">
            <a:extLst>
              <a:ext uri="{FF2B5EF4-FFF2-40B4-BE49-F238E27FC236}">
                <a16:creationId xmlns:a16="http://schemas.microsoft.com/office/drawing/2014/main" id="{14BE0583-74C5-5DDB-E525-B8F566208D3F}"/>
              </a:ext>
            </a:extLst>
          </p:cNvPr>
          <p:cNvSpPr txBox="1"/>
          <p:nvPr/>
        </p:nvSpPr>
        <p:spPr>
          <a:xfrm>
            <a:off x="3401551" y="1373192"/>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57" name="TextBox 56">
            <a:extLst>
              <a:ext uri="{FF2B5EF4-FFF2-40B4-BE49-F238E27FC236}">
                <a16:creationId xmlns:a16="http://schemas.microsoft.com/office/drawing/2014/main" id="{BB776CD0-84AD-7B51-04D9-74BD091643B5}"/>
              </a:ext>
            </a:extLst>
          </p:cNvPr>
          <p:cNvSpPr txBox="1"/>
          <p:nvPr/>
        </p:nvSpPr>
        <p:spPr>
          <a:xfrm>
            <a:off x="2370581" y="604867"/>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8" name="TextBox 57">
            <a:extLst>
              <a:ext uri="{FF2B5EF4-FFF2-40B4-BE49-F238E27FC236}">
                <a16:creationId xmlns:a16="http://schemas.microsoft.com/office/drawing/2014/main" id="{79606FC2-4769-0577-76C8-D3BCC1D7220A}"/>
              </a:ext>
            </a:extLst>
          </p:cNvPr>
          <p:cNvSpPr txBox="1"/>
          <p:nvPr/>
        </p:nvSpPr>
        <p:spPr>
          <a:xfrm>
            <a:off x="2309810" y="2503659"/>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9" name="TextBox 58">
            <a:extLst>
              <a:ext uri="{FF2B5EF4-FFF2-40B4-BE49-F238E27FC236}">
                <a16:creationId xmlns:a16="http://schemas.microsoft.com/office/drawing/2014/main" id="{7A43FFA6-72E5-9BB6-6874-53DC618F5B5D}"/>
              </a:ext>
            </a:extLst>
          </p:cNvPr>
          <p:cNvSpPr txBox="1"/>
          <p:nvPr/>
        </p:nvSpPr>
        <p:spPr>
          <a:xfrm>
            <a:off x="4779429" y="2539657"/>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0" name="TextBox 59">
            <a:extLst>
              <a:ext uri="{FF2B5EF4-FFF2-40B4-BE49-F238E27FC236}">
                <a16:creationId xmlns:a16="http://schemas.microsoft.com/office/drawing/2014/main" id="{A0619AD0-F41E-C127-D807-AD1B3D07AA8C}"/>
              </a:ext>
            </a:extLst>
          </p:cNvPr>
          <p:cNvSpPr txBox="1"/>
          <p:nvPr/>
        </p:nvSpPr>
        <p:spPr>
          <a:xfrm>
            <a:off x="4719312" y="625413"/>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2" name="Oval 61">
            <a:extLst>
              <a:ext uri="{FF2B5EF4-FFF2-40B4-BE49-F238E27FC236}">
                <a16:creationId xmlns:a16="http://schemas.microsoft.com/office/drawing/2014/main" id="{01DE3FA7-2D26-C27A-BA1E-D3863CA624AD}"/>
              </a:ext>
            </a:extLst>
          </p:cNvPr>
          <p:cNvSpPr/>
          <p:nvPr/>
        </p:nvSpPr>
        <p:spPr>
          <a:xfrm>
            <a:off x="10168970" y="1470638"/>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63" name="Oval 62">
            <a:extLst>
              <a:ext uri="{FF2B5EF4-FFF2-40B4-BE49-F238E27FC236}">
                <a16:creationId xmlns:a16="http://schemas.microsoft.com/office/drawing/2014/main" id="{B44D72F2-C8A9-AFAD-1758-C62C38437742}"/>
              </a:ext>
            </a:extLst>
          </p:cNvPr>
          <p:cNvSpPr/>
          <p:nvPr/>
        </p:nvSpPr>
        <p:spPr>
          <a:xfrm>
            <a:off x="7913607" y="188589"/>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64" name="Oval 63">
            <a:extLst>
              <a:ext uri="{FF2B5EF4-FFF2-40B4-BE49-F238E27FC236}">
                <a16:creationId xmlns:a16="http://schemas.microsoft.com/office/drawing/2014/main" id="{99CC03AB-090B-BEEF-3C02-BE7B2D2C61F3}"/>
              </a:ext>
            </a:extLst>
          </p:cNvPr>
          <p:cNvSpPr/>
          <p:nvPr/>
        </p:nvSpPr>
        <p:spPr>
          <a:xfrm>
            <a:off x="7913607" y="2752582"/>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65" name="Straight Arrow Connector 64">
            <a:extLst>
              <a:ext uri="{FF2B5EF4-FFF2-40B4-BE49-F238E27FC236}">
                <a16:creationId xmlns:a16="http://schemas.microsoft.com/office/drawing/2014/main" id="{6551A7C4-04F3-07DD-45B4-9287D7E583B9}"/>
              </a:ext>
            </a:extLst>
          </p:cNvPr>
          <p:cNvCxnSpPr>
            <a:cxnSpLocks/>
            <a:endCxn id="63" idx="2"/>
          </p:cNvCxnSpPr>
          <p:nvPr/>
        </p:nvCxnSpPr>
        <p:spPr>
          <a:xfrm flipV="1">
            <a:off x="6206247" y="480419"/>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A04941DB-329B-C934-B61B-3BF9608BF122}"/>
              </a:ext>
            </a:extLst>
          </p:cNvPr>
          <p:cNvCxnSpPr>
            <a:cxnSpLocks/>
            <a:endCxn id="64" idx="2"/>
          </p:cNvCxnSpPr>
          <p:nvPr/>
        </p:nvCxnSpPr>
        <p:spPr>
          <a:xfrm>
            <a:off x="6206247" y="1968822"/>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264043CF-62C0-95BD-DFA6-A7583CD42942}"/>
              </a:ext>
            </a:extLst>
          </p:cNvPr>
          <p:cNvCxnSpPr>
            <a:cxnSpLocks/>
            <a:stCxn id="63" idx="6"/>
            <a:endCxn id="62" idx="1"/>
          </p:cNvCxnSpPr>
          <p:nvPr/>
        </p:nvCxnSpPr>
        <p:spPr>
          <a:xfrm>
            <a:off x="8555633" y="480419"/>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79B9E0EC-8A13-A803-F725-A98CD8E50E65}"/>
              </a:ext>
            </a:extLst>
          </p:cNvPr>
          <p:cNvCxnSpPr>
            <a:cxnSpLocks/>
            <a:stCxn id="64" idx="6"/>
            <a:endCxn id="62" idx="3"/>
          </p:cNvCxnSpPr>
          <p:nvPr/>
        </p:nvCxnSpPr>
        <p:spPr>
          <a:xfrm flipV="1">
            <a:off x="8555633" y="1968822"/>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CFD93399-CF6A-ADDB-7CFD-C2B6B69EC82C}"/>
              </a:ext>
            </a:extLst>
          </p:cNvPr>
          <p:cNvCxnSpPr>
            <a:cxnSpLocks/>
            <a:stCxn id="64" idx="7"/>
            <a:endCxn id="63" idx="5"/>
          </p:cNvCxnSpPr>
          <p:nvPr/>
        </p:nvCxnSpPr>
        <p:spPr>
          <a:xfrm flipV="1">
            <a:off x="8461610" y="686773"/>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A4E0514D-4A9B-CE3E-6C31-7F974B2A47CF}"/>
              </a:ext>
            </a:extLst>
          </p:cNvPr>
          <p:cNvCxnSpPr>
            <a:cxnSpLocks/>
            <a:stCxn id="64" idx="0"/>
            <a:endCxn id="63" idx="4"/>
          </p:cNvCxnSpPr>
          <p:nvPr/>
        </p:nvCxnSpPr>
        <p:spPr>
          <a:xfrm flipV="1">
            <a:off x="8234620" y="772248"/>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4408AF1B-820A-C4E3-C3E1-0FBE93372787}"/>
              </a:ext>
            </a:extLst>
          </p:cNvPr>
          <p:cNvCxnSpPr>
            <a:cxnSpLocks/>
            <a:stCxn id="63" idx="3"/>
            <a:endCxn id="64" idx="1"/>
          </p:cNvCxnSpPr>
          <p:nvPr/>
        </p:nvCxnSpPr>
        <p:spPr>
          <a:xfrm>
            <a:off x="8007630" y="686773"/>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4BFDCA68-359E-79C8-ED90-8ABB6CA0A8A5}"/>
              </a:ext>
            </a:extLst>
          </p:cNvPr>
          <p:cNvSpPr txBox="1"/>
          <p:nvPr/>
        </p:nvSpPr>
        <p:spPr>
          <a:xfrm>
            <a:off x="8200343" y="1355907"/>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73" name="TextBox 72">
            <a:extLst>
              <a:ext uri="{FF2B5EF4-FFF2-40B4-BE49-F238E27FC236}">
                <a16:creationId xmlns:a16="http://schemas.microsoft.com/office/drawing/2014/main" id="{82F9BEEC-3666-E01A-FA29-47ADE9851211}"/>
              </a:ext>
            </a:extLst>
          </p:cNvPr>
          <p:cNvSpPr txBox="1"/>
          <p:nvPr/>
        </p:nvSpPr>
        <p:spPr>
          <a:xfrm>
            <a:off x="8448504" y="1371342"/>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74" name="TextBox 73">
            <a:extLst>
              <a:ext uri="{FF2B5EF4-FFF2-40B4-BE49-F238E27FC236}">
                <a16:creationId xmlns:a16="http://schemas.microsoft.com/office/drawing/2014/main" id="{595D6F56-D6B0-652C-035F-8779B4BF125E}"/>
              </a:ext>
            </a:extLst>
          </p:cNvPr>
          <p:cNvSpPr txBox="1"/>
          <p:nvPr/>
        </p:nvSpPr>
        <p:spPr>
          <a:xfrm>
            <a:off x="7937412" y="1355907"/>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75" name="TextBox 74">
            <a:extLst>
              <a:ext uri="{FF2B5EF4-FFF2-40B4-BE49-F238E27FC236}">
                <a16:creationId xmlns:a16="http://schemas.microsoft.com/office/drawing/2014/main" id="{3529A2B4-E67B-879B-342F-0A0406F594B2}"/>
              </a:ext>
            </a:extLst>
          </p:cNvPr>
          <p:cNvSpPr txBox="1"/>
          <p:nvPr/>
        </p:nvSpPr>
        <p:spPr>
          <a:xfrm>
            <a:off x="6906442" y="587582"/>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6" name="TextBox 75">
            <a:extLst>
              <a:ext uri="{FF2B5EF4-FFF2-40B4-BE49-F238E27FC236}">
                <a16:creationId xmlns:a16="http://schemas.microsoft.com/office/drawing/2014/main" id="{A7952636-7DC2-F3B3-34D3-43A291FEBF0E}"/>
              </a:ext>
            </a:extLst>
          </p:cNvPr>
          <p:cNvSpPr txBox="1"/>
          <p:nvPr/>
        </p:nvSpPr>
        <p:spPr>
          <a:xfrm>
            <a:off x="6845671" y="2486374"/>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7" name="TextBox 76">
            <a:extLst>
              <a:ext uri="{FF2B5EF4-FFF2-40B4-BE49-F238E27FC236}">
                <a16:creationId xmlns:a16="http://schemas.microsoft.com/office/drawing/2014/main" id="{C8EAB9DE-800D-B007-6526-878A4A71E0A0}"/>
              </a:ext>
            </a:extLst>
          </p:cNvPr>
          <p:cNvSpPr txBox="1"/>
          <p:nvPr/>
        </p:nvSpPr>
        <p:spPr>
          <a:xfrm>
            <a:off x="9315290" y="2522372"/>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78" name="TextBox 77">
            <a:extLst>
              <a:ext uri="{FF2B5EF4-FFF2-40B4-BE49-F238E27FC236}">
                <a16:creationId xmlns:a16="http://schemas.microsoft.com/office/drawing/2014/main" id="{AC2A098B-E61C-C8F7-C9DD-C8D6E329F6D1}"/>
              </a:ext>
            </a:extLst>
          </p:cNvPr>
          <p:cNvSpPr txBox="1"/>
          <p:nvPr/>
        </p:nvSpPr>
        <p:spPr>
          <a:xfrm>
            <a:off x="9255173" y="608128"/>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cxnSp>
        <p:nvCxnSpPr>
          <p:cNvPr id="13" name="Straight Connector 12">
            <a:extLst>
              <a:ext uri="{FF2B5EF4-FFF2-40B4-BE49-F238E27FC236}">
                <a16:creationId xmlns:a16="http://schemas.microsoft.com/office/drawing/2014/main" id="{A1457CB4-AB59-2FE0-D4AA-2DA8D2B34D30}"/>
              </a:ext>
            </a:extLst>
          </p:cNvPr>
          <p:cNvCxnSpPr>
            <a:cxnSpLocks/>
          </p:cNvCxnSpPr>
          <p:nvPr/>
        </p:nvCxnSpPr>
        <p:spPr>
          <a:xfrm>
            <a:off x="3459900" y="694005"/>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5" name="Straight Connector 4">
            <a:extLst>
              <a:ext uri="{FF2B5EF4-FFF2-40B4-BE49-F238E27FC236}">
                <a16:creationId xmlns:a16="http://schemas.microsoft.com/office/drawing/2014/main" id="{F624B294-0235-8DC1-6911-98A1D294F9D0}"/>
              </a:ext>
            </a:extLst>
          </p:cNvPr>
          <p:cNvCxnSpPr>
            <a:cxnSpLocks/>
          </p:cNvCxnSpPr>
          <p:nvPr/>
        </p:nvCxnSpPr>
        <p:spPr>
          <a:xfrm>
            <a:off x="7981737" y="678064"/>
            <a:ext cx="17510" cy="2147351"/>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7" name="Straight Connector 6">
            <a:extLst>
              <a:ext uri="{FF2B5EF4-FFF2-40B4-BE49-F238E27FC236}">
                <a16:creationId xmlns:a16="http://schemas.microsoft.com/office/drawing/2014/main" id="{4F48FE53-4507-9974-47C4-9C2F3EB23C07}"/>
              </a:ext>
            </a:extLst>
          </p:cNvPr>
          <p:cNvCxnSpPr>
            <a:cxnSpLocks/>
            <a:endCxn id="64" idx="0"/>
          </p:cNvCxnSpPr>
          <p:nvPr/>
        </p:nvCxnSpPr>
        <p:spPr>
          <a:xfrm>
            <a:off x="8230217" y="752433"/>
            <a:ext cx="4403" cy="2000149"/>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12" name="Straight Connector 11">
            <a:extLst>
              <a:ext uri="{FF2B5EF4-FFF2-40B4-BE49-F238E27FC236}">
                <a16:creationId xmlns:a16="http://schemas.microsoft.com/office/drawing/2014/main" id="{9F86B20C-A9BD-50F2-8039-ACE86D3D4296}"/>
              </a:ext>
            </a:extLst>
          </p:cNvPr>
          <p:cNvCxnSpPr>
            <a:cxnSpLocks/>
            <a:stCxn id="63" idx="5"/>
            <a:endCxn id="64" idx="7"/>
          </p:cNvCxnSpPr>
          <p:nvPr/>
        </p:nvCxnSpPr>
        <p:spPr>
          <a:xfrm>
            <a:off x="8461610" y="686773"/>
            <a:ext cx="0" cy="2151284"/>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20" name="Straight Connector 19">
            <a:extLst>
              <a:ext uri="{FF2B5EF4-FFF2-40B4-BE49-F238E27FC236}">
                <a16:creationId xmlns:a16="http://schemas.microsoft.com/office/drawing/2014/main" id="{52833000-A0B0-1666-8642-BDA62CC4A192}"/>
              </a:ext>
            </a:extLst>
          </p:cNvPr>
          <p:cNvCxnSpPr>
            <a:cxnSpLocks/>
            <a:stCxn id="63" idx="6"/>
            <a:endCxn id="62" idx="1"/>
          </p:cNvCxnSpPr>
          <p:nvPr/>
        </p:nvCxnSpPr>
        <p:spPr>
          <a:xfrm>
            <a:off x="8555633" y="480419"/>
            <a:ext cx="1707360" cy="1075694"/>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16" name="Straight Arrow Connector 15">
            <a:extLst>
              <a:ext uri="{FF2B5EF4-FFF2-40B4-BE49-F238E27FC236}">
                <a16:creationId xmlns:a16="http://schemas.microsoft.com/office/drawing/2014/main" id="{72A0821A-9F6E-992B-AC5B-EA70456B3F70}"/>
              </a:ext>
            </a:extLst>
          </p:cNvPr>
          <p:cNvCxnSpPr>
            <a:stCxn id="11" idx="6"/>
            <a:endCxn id="63" idx="3"/>
          </p:cNvCxnSpPr>
          <p:nvPr/>
        </p:nvCxnSpPr>
        <p:spPr>
          <a:xfrm flipV="1">
            <a:off x="4019772" y="686773"/>
            <a:ext cx="3987858" cy="2374924"/>
          </a:xfrm>
          <a:prstGeom prst="straightConnector1">
            <a:avLst/>
          </a:prstGeom>
          <a:ln w="57150">
            <a:prstDash val="dash"/>
            <a:tailEnd type="triangle"/>
          </a:ln>
        </p:spPr>
        <p:style>
          <a:lnRef idx="2">
            <a:schemeClr val="accent6"/>
          </a:lnRef>
          <a:fillRef idx="0">
            <a:schemeClr val="accent6"/>
          </a:fillRef>
          <a:effectRef idx="1">
            <a:schemeClr val="accent6"/>
          </a:effectRef>
          <a:fontRef idx="minor">
            <a:schemeClr val="tx1"/>
          </a:fontRef>
        </p:style>
      </p:cxnSp>
      <p:sp>
        <p:nvSpPr>
          <p:cNvPr id="17" name="Oval 16">
            <a:extLst>
              <a:ext uri="{FF2B5EF4-FFF2-40B4-BE49-F238E27FC236}">
                <a16:creationId xmlns:a16="http://schemas.microsoft.com/office/drawing/2014/main" id="{2E272B66-9888-12A0-8C41-C9584246FDB0}"/>
              </a:ext>
            </a:extLst>
          </p:cNvPr>
          <p:cNvSpPr/>
          <p:nvPr/>
        </p:nvSpPr>
        <p:spPr>
          <a:xfrm>
            <a:off x="1105101" y="479830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18" name="Oval 17">
            <a:extLst>
              <a:ext uri="{FF2B5EF4-FFF2-40B4-BE49-F238E27FC236}">
                <a16:creationId xmlns:a16="http://schemas.microsoft.com/office/drawing/2014/main" id="{D97F60A7-3DCC-AB1B-FB85-1EFD8D2FB69F}"/>
              </a:ext>
            </a:extLst>
          </p:cNvPr>
          <p:cNvSpPr/>
          <p:nvPr/>
        </p:nvSpPr>
        <p:spPr>
          <a:xfrm>
            <a:off x="5615827" y="479830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CS</a:t>
            </a:r>
          </a:p>
        </p:txBody>
      </p:sp>
      <p:sp>
        <p:nvSpPr>
          <p:cNvPr id="21" name="Oval 20">
            <a:extLst>
              <a:ext uri="{FF2B5EF4-FFF2-40B4-BE49-F238E27FC236}">
                <a16:creationId xmlns:a16="http://schemas.microsoft.com/office/drawing/2014/main" id="{0D4C3A56-19C2-37FC-5B33-7DF4ED43570A}"/>
              </a:ext>
            </a:extLst>
          </p:cNvPr>
          <p:cNvSpPr/>
          <p:nvPr/>
        </p:nvSpPr>
        <p:spPr>
          <a:xfrm>
            <a:off x="3360464" y="3516254"/>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22" name="Oval 21">
            <a:extLst>
              <a:ext uri="{FF2B5EF4-FFF2-40B4-BE49-F238E27FC236}">
                <a16:creationId xmlns:a16="http://schemas.microsoft.com/office/drawing/2014/main" id="{CAD150AB-1067-1289-F130-389D626818FB}"/>
              </a:ext>
            </a:extLst>
          </p:cNvPr>
          <p:cNvSpPr/>
          <p:nvPr/>
        </p:nvSpPr>
        <p:spPr>
          <a:xfrm>
            <a:off x="3360464" y="608024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23" name="Straight Arrow Connector 22">
            <a:extLst>
              <a:ext uri="{FF2B5EF4-FFF2-40B4-BE49-F238E27FC236}">
                <a16:creationId xmlns:a16="http://schemas.microsoft.com/office/drawing/2014/main" id="{6CCF1B2C-B85D-3BC9-7C0C-03DDCFE58DBE}"/>
              </a:ext>
            </a:extLst>
          </p:cNvPr>
          <p:cNvCxnSpPr>
            <a:cxnSpLocks/>
            <a:stCxn id="17" idx="7"/>
            <a:endCxn id="21" idx="2"/>
          </p:cNvCxnSpPr>
          <p:nvPr/>
        </p:nvCxnSpPr>
        <p:spPr>
          <a:xfrm flipV="1">
            <a:off x="1653104" y="3808084"/>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3CF16D9-6E99-4949-C862-5E42E0018768}"/>
              </a:ext>
            </a:extLst>
          </p:cNvPr>
          <p:cNvCxnSpPr>
            <a:cxnSpLocks/>
            <a:stCxn id="17" idx="5"/>
            <a:endCxn id="22" idx="2"/>
          </p:cNvCxnSpPr>
          <p:nvPr/>
        </p:nvCxnSpPr>
        <p:spPr>
          <a:xfrm>
            <a:off x="1653104" y="5296487"/>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405F6493-00D7-75E0-F88E-7D8A367AE214}"/>
              </a:ext>
            </a:extLst>
          </p:cNvPr>
          <p:cNvCxnSpPr>
            <a:cxnSpLocks/>
            <a:stCxn id="21" idx="6"/>
            <a:endCxn id="18" idx="1"/>
          </p:cNvCxnSpPr>
          <p:nvPr/>
        </p:nvCxnSpPr>
        <p:spPr>
          <a:xfrm>
            <a:off x="4002490" y="3808084"/>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452DC93-1AC0-46BC-CBD0-DB1815525EB4}"/>
              </a:ext>
            </a:extLst>
          </p:cNvPr>
          <p:cNvCxnSpPr>
            <a:cxnSpLocks/>
            <a:stCxn id="22" idx="6"/>
            <a:endCxn id="18" idx="3"/>
          </p:cNvCxnSpPr>
          <p:nvPr/>
        </p:nvCxnSpPr>
        <p:spPr>
          <a:xfrm flipV="1">
            <a:off x="4002490" y="5296487"/>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4D374030-7CC0-8F27-8ACB-CCCCB8262809}"/>
              </a:ext>
            </a:extLst>
          </p:cNvPr>
          <p:cNvCxnSpPr>
            <a:cxnSpLocks/>
            <a:stCxn id="22" idx="7"/>
            <a:endCxn id="21" idx="5"/>
          </p:cNvCxnSpPr>
          <p:nvPr/>
        </p:nvCxnSpPr>
        <p:spPr>
          <a:xfrm flipV="1">
            <a:off x="3908467" y="4014438"/>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6944C04F-0C88-E240-F809-A43022A7BB4D}"/>
              </a:ext>
            </a:extLst>
          </p:cNvPr>
          <p:cNvCxnSpPr>
            <a:cxnSpLocks/>
            <a:stCxn id="22" idx="0"/>
            <a:endCxn id="21" idx="4"/>
          </p:cNvCxnSpPr>
          <p:nvPr/>
        </p:nvCxnSpPr>
        <p:spPr>
          <a:xfrm flipV="1">
            <a:off x="3681477" y="4099913"/>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20CADA7D-E626-7312-C24A-E66BF97D3140}"/>
              </a:ext>
            </a:extLst>
          </p:cNvPr>
          <p:cNvCxnSpPr>
            <a:cxnSpLocks/>
            <a:stCxn id="21" idx="3"/>
            <a:endCxn id="22" idx="1"/>
          </p:cNvCxnSpPr>
          <p:nvPr/>
        </p:nvCxnSpPr>
        <p:spPr>
          <a:xfrm>
            <a:off x="3454487" y="4014438"/>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DC1554F6-17BC-FFC7-768A-369414F56914}"/>
              </a:ext>
            </a:extLst>
          </p:cNvPr>
          <p:cNvSpPr txBox="1"/>
          <p:nvPr/>
        </p:nvSpPr>
        <p:spPr>
          <a:xfrm>
            <a:off x="3647200" y="4683572"/>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34" name="TextBox 33">
            <a:extLst>
              <a:ext uri="{FF2B5EF4-FFF2-40B4-BE49-F238E27FC236}">
                <a16:creationId xmlns:a16="http://schemas.microsoft.com/office/drawing/2014/main" id="{1D679CD7-102C-13B5-22C9-CE0A97FA11F4}"/>
              </a:ext>
            </a:extLst>
          </p:cNvPr>
          <p:cNvSpPr txBox="1"/>
          <p:nvPr/>
        </p:nvSpPr>
        <p:spPr>
          <a:xfrm>
            <a:off x="3895361" y="4699007"/>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35" name="TextBox 34">
            <a:extLst>
              <a:ext uri="{FF2B5EF4-FFF2-40B4-BE49-F238E27FC236}">
                <a16:creationId xmlns:a16="http://schemas.microsoft.com/office/drawing/2014/main" id="{5AB5A2F3-671E-4981-00F2-42BA882D0A05}"/>
              </a:ext>
            </a:extLst>
          </p:cNvPr>
          <p:cNvSpPr txBox="1"/>
          <p:nvPr/>
        </p:nvSpPr>
        <p:spPr>
          <a:xfrm>
            <a:off x="3384269" y="4683572"/>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36" name="TextBox 35">
            <a:extLst>
              <a:ext uri="{FF2B5EF4-FFF2-40B4-BE49-F238E27FC236}">
                <a16:creationId xmlns:a16="http://schemas.microsoft.com/office/drawing/2014/main" id="{552B295E-002B-E81B-5C93-2D301FAD1573}"/>
              </a:ext>
            </a:extLst>
          </p:cNvPr>
          <p:cNvSpPr txBox="1"/>
          <p:nvPr/>
        </p:nvSpPr>
        <p:spPr>
          <a:xfrm>
            <a:off x="2353299" y="3915247"/>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37" name="TextBox 36">
            <a:extLst>
              <a:ext uri="{FF2B5EF4-FFF2-40B4-BE49-F238E27FC236}">
                <a16:creationId xmlns:a16="http://schemas.microsoft.com/office/drawing/2014/main" id="{6322A9F8-583C-1CF3-3529-F9878BBDC471}"/>
              </a:ext>
            </a:extLst>
          </p:cNvPr>
          <p:cNvSpPr txBox="1"/>
          <p:nvPr/>
        </p:nvSpPr>
        <p:spPr>
          <a:xfrm>
            <a:off x="2292528" y="5814039"/>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38" name="TextBox 37">
            <a:extLst>
              <a:ext uri="{FF2B5EF4-FFF2-40B4-BE49-F238E27FC236}">
                <a16:creationId xmlns:a16="http://schemas.microsoft.com/office/drawing/2014/main" id="{6491830C-0D8E-2C66-89EE-FC5119EE8ECE}"/>
              </a:ext>
            </a:extLst>
          </p:cNvPr>
          <p:cNvSpPr txBox="1"/>
          <p:nvPr/>
        </p:nvSpPr>
        <p:spPr>
          <a:xfrm>
            <a:off x="4762147" y="5850037"/>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39" name="TextBox 38">
            <a:extLst>
              <a:ext uri="{FF2B5EF4-FFF2-40B4-BE49-F238E27FC236}">
                <a16:creationId xmlns:a16="http://schemas.microsoft.com/office/drawing/2014/main" id="{8CFE8172-720A-8A0C-9FAE-69F986F5E53A}"/>
              </a:ext>
            </a:extLst>
          </p:cNvPr>
          <p:cNvSpPr txBox="1"/>
          <p:nvPr/>
        </p:nvSpPr>
        <p:spPr>
          <a:xfrm>
            <a:off x="4702030" y="3935793"/>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41" name="Oval 40">
            <a:extLst>
              <a:ext uri="{FF2B5EF4-FFF2-40B4-BE49-F238E27FC236}">
                <a16:creationId xmlns:a16="http://schemas.microsoft.com/office/drawing/2014/main" id="{6ADF0520-4022-11A9-7311-E659586F73FC}"/>
              </a:ext>
            </a:extLst>
          </p:cNvPr>
          <p:cNvSpPr/>
          <p:nvPr/>
        </p:nvSpPr>
        <p:spPr>
          <a:xfrm>
            <a:off x="10151688" y="4781018"/>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42" name="Oval 41">
            <a:extLst>
              <a:ext uri="{FF2B5EF4-FFF2-40B4-BE49-F238E27FC236}">
                <a16:creationId xmlns:a16="http://schemas.microsoft.com/office/drawing/2014/main" id="{D08454BB-C08F-722E-B571-EFA2AEEB1A45}"/>
              </a:ext>
            </a:extLst>
          </p:cNvPr>
          <p:cNvSpPr/>
          <p:nvPr/>
        </p:nvSpPr>
        <p:spPr>
          <a:xfrm>
            <a:off x="7896325" y="3498969"/>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44" name="Oval 43">
            <a:extLst>
              <a:ext uri="{FF2B5EF4-FFF2-40B4-BE49-F238E27FC236}">
                <a16:creationId xmlns:a16="http://schemas.microsoft.com/office/drawing/2014/main" id="{0A02CA48-026A-6FF5-2F51-1F59EB4797C9}"/>
              </a:ext>
            </a:extLst>
          </p:cNvPr>
          <p:cNvSpPr/>
          <p:nvPr/>
        </p:nvSpPr>
        <p:spPr>
          <a:xfrm>
            <a:off x="7896325" y="6062962"/>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45" name="Straight Arrow Connector 44">
            <a:extLst>
              <a:ext uri="{FF2B5EF4-FFF2-40B4-BE49-F238E27FC236}">
                <a16:creationId xmlns:a16="http://schemas.microsoft.com/office/drawing/2014/main" id="{5EE20EB4-488D-B434-F14A-AD2132492F4D}"/>
              </a:ext>
            </a:extLst>
          </p:cNvPr>
          <p:cNvCxnSpPr>
            <a:cxnSpLocks/>
            <a:endCxn id="42" idx="2"/>
          </p:cNvCxnSpPr>
          <p:nvPr/>
        </p:nvCxnSpPr>
        <p:spPr>
          <a:xfrm flipV="1">
            <a:off x="6188965" y="3790799"/>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315BB5A6-DD06-A2EC-9636-B094702269AB}"/>
              </a:ext>
            </a:extLst>
          </p:cNvPr>
          <p:cNvCxnSpPr>
            <a:cxnSpLocks/>
            <a:endCxn id="44" idx="2"/>
          </p:cNvCxnSpPr>
          <p:nvPr/>
        </p:nvCxnSpPr>
        <p:spPr>
          <a:xfrm>
            <a:off x="6188965" y="5279202"/>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E0A87A53-ABD5-586F-82BE-FB8993C2A866}"/>
              </a:ext>
            </a:extLst>
          </p:cNvPr>
          <p:cNvCxnSpPr>
            <a:cxnSpLocks/>
            <a:stCxn id="42" idx="6"/>
            <a:endCxn id="41" idx="1"/>
          </p:cNvCxnSpPr>
          <p:nvPr/>
        </p:nvCxnSpPr>
        <p:spPr>
          <a:xfrm>
            <a:off x="8538351" y="3790799"/>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A9FED993-A00F-9FD1-D7D3-4B53A043B24F}"/>
              </a:ext>
            </a:extLst>
          </p:cNvPr>
          <p:cNvCxnSpPr>
            <a:cxnSpLocks/>
            <a:stCxn id="44" idx="6"/>
            <a:endCxn id="41" idx="3"/>
          </p:cNvCxnSpPr>
          <p:nvPr/>
        </p:nvCxnSpPr>
        <p:spPr>
          <a:xfrm flipV="1">
            <a:off x="8538351" y="5279202"/>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A1794314-E3C5-E0CB-D416-E68C870A9529}"/>
              </a:ext>
            </a:extLst>
          </p:cNvPr>
          <p:cNvCxnSpPr>
            <a:cxnSpLocks/>
            <a:stCxn id="44" idx="7"/>
            <a:endCxn id="42" idx="5"/>
          </p:cNvCxnSpPr>
          <p:nvPr/>
        </p:nvCxnSpPr>
        <p:spPr>
          <a:xfrm flipV="1">
            <a:off x="8444328" y="3997153"/>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19E7F5C5-4115-C4F1-B9A6-69566691B584}"/>
              </a:ext>
            </a:extLst>
          </p:cNvPr>
          <p:cNvCxnSpPr>
            <a:cxnSpLocks/>
            <a:stCxn id="44" idx="0"/>
            <a:endCxn id="42" idx="4"/>
          </p:cNvCxnSpPr>
          <p:nvPr/>
        </p:nvCxnSpPr>
        <p:spPr>
          <a:xfrm flipV="1">
            <a:off x="8217338" y="4082628"/>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62922EA2-157C-B43F-D45E-F19D11519C9F}"/>
              </a:ext>
            </a:extLst>
          </p:cNvPr>
          <p:cNvCxnSpPr>
            <a:cxnSpLocks/>
            <a:stCxn id="42" idx="3"/>
            <a:endCxn id="44" idx="1"/>
          </p:cNvCxnSpPr>
          <p:nvPr/>
        </p:nvCxnSpPr>
        <p:spPr>
          <a:xfrm>
            <a:off x="7990348" y="3997153"/>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4A17CED7-6F76-C65B-D8C1-DD7E87B597A4}"/>
              </a:ext>
            </a:extLst>
          </p:cNvPr>
          <p:cNvSpPr txBox="1"/>
          <p:nvPr/>
        </p:nvSpPr>
        <p:spPr>
          <a:xfrm>
            <a:off x="8183061" y="4666287"/>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61" name="TextBox 60">
            <a:extLst>
              <a:ext uri="{FF2B5EF4-FFF2-40B4-BE49-F238E27FC236}">
                <a16:creationId xmlns:a16="http://schemas.microsoft.com/office/drawing/2014/main" id="{E105ED69-AF0F-4E80-E793-302112827DC3}"/>
              </a:ext>
            </a:extLst>
          </p:cNvPr>
          <p:cNvSpPr txBox="1"/>
          <p:nvPr/>
        </p:nvSpPr>
        <p:spPr>
          <a:xfrm>
            <a:off x="8431222" y="4681722"/>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79" name="TextBox 78">
            <a:extLst>
              <a:ext uri="{FF2B5EF4-FFF2-40B4-BE49-F238E27FC236}">
                <a16:creationId xmlns:a16="http://schemas.microsoft.com/office/drawing/2014/main" id="{5625FCE7-99A2-1260-9DCB-B6E89A9C0DCE}"/>
              </a:ext>
            </a:extLst>
          </p:cNvPr>
          <p:cNvSpPr txBox="1"/>
          <p:nvPr/>
        </p:nvSpPr>
        <p:spPr>
          <a:xfrm>
            <a:off x="7920130" y="4666287"/>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80" name="TextBox 79">
            <a:extLst>
              <a:ext uri="{FF2B5EF4-FFF2-40B4-BE49-F238E27FC236}">
                <a16:creationId xmlns:a16="http://schemas.microsoft.com/office/drawing/2014/main" id="{50D09D41-7578-16CA-EE58-6C42084C0549}"/>
              </a:ext>
            </a:extLst>
          </p:cNvPr>
          <p:cNvSpPr txBox="1"/>
          <p:nvPr/>
        </p:nvSpPr>
        <p:spPr>
          <a:xfrm>
            <a:off x="6889160" y="3897962"/>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81" name="TextBox 80">
            <a:extLst>
              <a:ext uri="{FF2B5EF4-FFF2-40B4-BE49-F238E27FC236}">
                <a16:creationId xmlns:a16="http://schemas.microsoft.com/office/drawing/2014/main" id="{1A2C2E1B-F372-B077-C7FD-C043B263BD04}"/>
              </a:ext>
            </a:extLst>
          </p:cNvPr>
          <p:cNvSpPr txBox="1"/>
          <p:nvPr/>
        </p:nvSpPr>
        <p:spPr>
          <a:xfrm>
            <a:off x="6828389" y="5796754"/>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82" name="TextBox 81">
            <a:extLst>
              <a:ext uri="{FF2B5EF4-FFF2-40B4-BE49-F238E27FC236}">
                <a16:creationId xmlns:a16="http://schemas.microsoft.com/office/drawing/2014/main" id="{39351EC3-545E-C96E-01B8-26969BAFF471}"/>
              </a:ext>
            </a:extLst>
          </p:cNvPr>
          <p:cNvSpPr txBox="1"/>
          <p:nvPr/>
        </p:nvSpPr>
        <p:spPr>
          <a:xfrm>
            <a:off x="9298008" y="5832752"/>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83" name="TextBox 82">
            <a:extLst>
              <a:ext uri="{FF2B5EF4-FFF2-40B4-BE49-F238E27FC236}">
                <a16:creationId xmlns:a16="http://schemas.microsoft.com/office/drawing/2014/main" id="{EFBFFD43-FE0B-222E-758A-C5EC8A0CCC3A}"/>
              </a:ext>
            </a:extLst>
          </p:cNvPr>
          <p:cNvSpPr txBox="1"/>
          <p:nvPr/>
        </p:nvSpPr>
        <p:spPr>
          <a:xfrm>
            <a:off x="9237891" y="3918508"/>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cxnSp>
        <p:nvCxnSpPr>
          <p:cNvPr id="84" name="Straight Connector 83">
            <a:extLst>
              <a:ext uri="{FF2B5EF4-FFF2-40B4-BE49-F238E27FC236}">
                <a16:creationId xmlns:a16="http://schemas.microsoft.com/office/drawing/2014/main" id="{FE84AD3C-9EBC-680F-BC9F-EABD449526DF}"/>
              </a:ext>
            </a:extLst>
          </p:cNvPr>
          <p:cNvCxnSpPr>
            <a:cxnSpLocks/>
          </p:cNvCxnSpPr>
          <p:nvPr/>
        </p:nvCxnSpPr>
        <p:spPr>
          <a:xfrm>
            <a:off x="3442618" y="4004385"/>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87" name="Straight Connector 86">
            <a:extLst>
              <a:ext uri="{FF2B5EF4-FFF2-40B4-BE49-F238E27FC236}">
                <a16:creationId xmlns:a16="http://schemas.microsoft.com/office/drawing/2014/main" id="{3B2C72FF-F1CF-0924-4E06-1C8A0C56E298}"/>
              </a:ext>
            </a:extLst>
          </p:cNvPr>
          <p:cNvCxnSpPr>
            <a:cxnSpLocks/>
          </p:cNvCxnSpPr>
          <p:nvPr/>
        </p:nvCxnSpPr>
        <p:spPr>
          <a:xfrm>
            <a:off x="7964455" y="3988444"/>
            <a:ext cx="17510" cy="2147351"/>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90" name="Straight Connector 89">
            <a:extLst>
              <a:ext uri="{FF2B5EF4-FFF2-40B4-BE49-F238E27FC236}">
                <a16:creationId xmlns:a16="http://schemas.microsoft.com/office/drawing/2014/main" id="{EBE0345B-D74D-32F4-B5EE-D2DD94819E02}"/>
              </a:ext>
            </a:extLst>
          </p:cNvPr>
          <p:cNvCxnSpPr>
            <a:cxnSpLocks/>
            <a:stCxn id="44" idx="6"/>
            <a:endCxn id="41" idx="3"/>
          </p:cNvCxnSpPr>
          <p:nvPr/>
        </p:nvCxnSpPr>
        <p:spPr>
          <a:xfrm flipV="1">
            <a:off x="8538351" y="5279202"/>
            <a:ext cx="1707360" cy="1075590"/>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91" name="Straight Arrow Connector 90">
            <a:extLst>
              <a:ext uri="{FF2B5EF4-FFF2-40B4-BE49-F238E27FC236}">
                <a16:creationId xmlns:a16="http://schemas.microsoft.com/office/drawing/2014/main" id="{4BAC818F-412E-7630-FBCF-6D99515BD77B}"/>
              </a:ext>
            </a:extLst>
          </p:cNvPr>
          <p:cNvCxnSpPr>
            <a:stCxn id="22" idx="6"/>
            <a:endCxn id="42" idx="3"/>
          </p:cNvCxnSpPr>
          <p:nvPr/>
        </p:nvCxnSpPr>
        <p:spPr>
          <a:xfrm flipV="1">
            <a:off x="4002490" y="3997153"/>
            <a:ext cx="3987858" cy="2374924"/>
          </a:xfrm>
          <a:prstGeom prst="straightConnector1">
            <a:avLst/>
          </a:prstGeom>
          <a:ln w="57150">
            <a:prstDash val="dash"/>
            <a:tailEnd type="triangle"/>
          </a:ln>
        </p:spPr>
        <p:style>
          <a:lnRef idx="2">
            <a:schemeClr val="accent6"/>
          </a:lnRef>
          <a:fillRef idx="0">
            <a:schemeClr val="accent6"/>
          </a:fillRef>
          <a:effectRef idx="1">
            <a:schemeClr val="accent6"/>
          </a:effectRef>
          <a:fontRef idx="minor">
            <a:schemeClr val="tx1"/>
          </a:fontRef>
        </p:style>
      </p:cxnSp>
      <p:cxnSp>
        <p:nvCxnSpPr>
          <p:cNvPr id="2" name="Straight Connector 1">
            <a:extLst>
              <a:ext uri="{FF2B5EF4-FFF2-40B4-BE49-F238E27FC236}">
                <a16:creationId xmlns:a16="http://schemas.microsoft.com/office/drawing/2014/main" id="{DFCF4FD2-CA3A-11A5-9F9D-C0243BADE15B}"/>
              </a:ext>
            </a:extLst>
          </p:cNvPr>
          <p:cNvCxnSpPr>
            <a:cxnSpLocks/>
            <a:stCxn id="4" idx="7"/>
            <a:endCxn id="10" idx="2"/>
          </p:cNvCxnSpPr>
          <p:nvPr/>
        </p:nvCxnSpPr>
        <p:spPr>
          <a:xfrm flipV="1">
            <a:off x="1670386" y="497704"/>
            <a:ext cx="1707360" cy="107569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8" name="Straight Connector 7">
            <a:extLst>
              <a:ext uri="{FF2B5EF4-FFF2-40B4-BE49-F238E27FC236}">
                <a16:creationId xmlns:a16="http://schemas.microsoft.com/office/drawing/2014/main" id="{7C60AC76-6103-B123-0D50-A0ADDD6B98EE}"/>
              </a:ext>
            </a:extLst>
          </p:cNvPr>
          <p:cNvCxnSpPr>
            <a:cxnSpLocks/>
          </p:cNvCxnSpPr>
          <p:nvPr/>
        </p:nvCxnSpPr>
        <p:spPr>
          <a:xfrm flipV="1">
            <a:off x="1670386" y="3807979"/>
            <a:ext cx="1707360" cy="107569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251667921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67652-BCDF-E248-D1E4-5AEB45981422}"/>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237C4C9D-6974-A867-66B0-B4FFD02A12F8}"/>
              </a:ext>
            </a:extLst>
          </p:cNvPr>
          <p:cNvSpPr/>
          <p:nvPr/>
        </p:nvSpPr>
        <p:spPr>
          <a:xfrm>
            <a:off x="1122383" y="148792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9" name="Oval 8">
            <a:extLst>
              <a:ext uri="{FF2B5EF4-FFF2-40B4-BE49-F238E27FC236}">
                <a16:creationId xmlns:a16="http://schemas.microsoft.com/office/drawing/2014/main" id="{4DBB5D1B-37EF-08BA-8C8E-60FCE48CBFE5}"/>
              </a:ext>
            </a:extLst>
          </p:cNvPr>
          <p:cNvSpPr/>
          <p:nvPr/>
        </p:nvSpPr>
        <p:spPr>
          <a:xfrm>
            <a:off x="5633109" y="148792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CS</a:t>
            </a:r>
          </a:p>
        </p:txBody>
      </p:sp>
      <p:sp>
        <p:nvSpPr>
          <p:cNvPr id="10" name="Oval 9">
            <a:extLst>
              <a:ext uri="{FF2B5EF4-FFF2-40B4-BE49-F238E27FC236}">
                <a16:creationId xmlns:a16="http://schemas.microsoft.com/office/drawing/2014/main" id="{BCEF3684-8A6B-DFA3-00F7-B607C76F6670}"/>
              </a:ext>
            </a:extLst>
          </p:cNvPr>
          <p:cNvSpPr/>
          <p:nvPr/>
        </p:nvSpPr>
        <p:spPr>
          <a:xfrm>
            <a:off x="3377746" y="205874"/>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11" name="Oval 10">
            <a:extLst>
              <a:ext uri="{FF2B5EF4-FFF2-40B4-BE49-F238E27FC236}">
                <a16:creationId xmlns:a16="http://schemas.microsoft.com/office/drawing/2014/main" id="{1994BFD0-BEF6-68C8-E73A-B84C018A65DF}"/>
              </a:ext>
            </a:extLst>
          </p:cNvPr>
          <p:cNvSpPr/>
          <p:nvPr/>
        </p:nvSpPr>
        <p:spPr>
          <a:xfrm>
            <a:off x="3377746" y="276986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19" name="Straight Arrow Connector 18">
            <a:extLst>
              <a:ext uri="{FF2B5EF4-FFF2-40B4-BE49-F238E27FC236}">
                <a16:creationId xmlns:a16="http://schemas.microsoft.com/office/drawing/2014/main" id="{B2233F6F-4D43-704B-BB91-4C828331F2A3}"/>
              </a:ext>
            </a:extLst>
          </p:cNvPr>
          <p:cNvCxnSpPr>
            <a:cxnSpLocks/>
            <a:stCxn id="4" idx="7"/>
            <a:endCxn id="10" idx="2"/>
          </p:cNvCxnSpPr>
          <p:nvPr/>
        </p:nvCxnSpPr>
        <p:spPr>
          <a:xfrm flipV="1">
            <a:off x="1670386" y="497704"/>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B3EB5DE-B7A3-F3FB-D81A-11986C00C041}"/>
              </a:ext>
            </a:extLst>
          </p:cNvPr>
          <p:cNvCxnSpPr>
            <a:cxnSpLocks/>
            <a:stCxn id="4" idx="5"/>
            <a:endCxn id="11" idx="2"/>
          </p:cNvCxnSpPr>
          <p:nvPr/>
        </p:nvCxnSpPr>
        <p:spPr>
          <a:xfrm>
            <a:off x="1670386" y="1986107"/>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087AD90-20B0-5B9B-7B4E-DA050FE1CD01}"/>
              </a:ext>
            </a:extLst>
          </p:cNvPr>
          <p:cNvCxnSpPr>
            <a:cxnSpLocks/>
            <a:stCxn id="10" idx="6"/>
            <a:endCxn id="9" idx="1"/>
          </p:cNvCxnSpPr>
          <p:nvPr/>
        </p:nvCxnSpPr>
        <p:spPr>
          <a:xfrm>
            <a:off x="4019772" y="497704"/>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C9C983C-F36E-5E5A-623C-F07AEBEB1725}"/>
              </a:ext>
            </a:extLst>
          </p:cNvPr>
          <p:cNvCxnSpPr>
            <a:cxnSpLocks/>
            <a:stCxn id="11" idx="6"/>
            <a:endCxn id="9" idx="3"/>
          </p:cNvCxnSpPr>
          <p:nvPr/>
        </p:nvCxnSpPr>
        <p:spPr>
          <a:xfrm flipV="1">
            <a:off x="4019772" y="1986107"/>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EC05AB61-3FB3-8477-CF73-F0C56EB6E6EA}"/>
              </a:ext>
            </a:extLst>
          </p:cNvPr>
          <p:cNvCxnSpPr>
            <a:cxnSpLocks/>
            <a:stCxn id="11" idx="7"/>
            <a:endCxn id="10" idx="5"/>
          </p:cNvCxnSpPr>
          <p:nvPr/>
        </p:nvCxnSpPr>
        <p:spPr>
          <a:xfrm flipV="1">
            <a:off x="3925749" y="704058"/>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3A711CD0-2252-A474-A096-5052D09A6CC7}"/>
              </a:ext>
            </a:extLst>
          </p:cNvPr>
          <p:cNvCxnSpPr>
            <a:cxnSpLocks/>
            <a:stCxn id="11" idx="0"/>
            <a:endCxn id="10" idx="4"/>
          </p:cNvCxnSpPr>
          <p:nvPr/>
        </p:nvCxnSpPr>
        <p:spPr>
          <a:xfrm flipV="1">
            <a:off x="3698759" y="789533"/>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5D3D78AE-0313-AE95-1322-BA98DB45E58F}"/>
              </a:ext>
            </a:extLst>
          </p:cNvPr>
          <p:cNvCxnSpPr>
            <a:cxnSpLocks/>
            <a:stCxn id="10" idx="3"/>
            <a:endCxn id="11" idx="1"/>
          </p:cNvCxnSpPr>
          <p:nvPr/>
        </p:nvCxnSpPr>
        <p:spPr>
          <a:xfrm>
            <a:off x="3471769" y="704058"/>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124D8E87-D409-A481-FB35-500BAA758610}"/>
              </a:ext>
            </a:extLst>
          </p:cNvPr>
          <p:cNvSpPr txBox="1"/>
          <p:nvPr/>
        </p:nvSpPr>
        <p:spPr>
          <a:xfrm>
            <a:off x="3664482" y="1373192"/>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55" name="TextBox 54">
            <a:extLst>
              <a:ext uri="{FF2B5EF4-FFF2-40B4-BE49-F238E27FC236}">
                <a16:creationId xmlns:a16="http://schemas.microsoft.com/office/drawing/2014/main" id="{FA3873FD-403A-4AF3-CC32-842498BA0001}"/>
              </a:ext>
            </a:extLst>
          </p:cNvPr>
          <p:cNvSpPr txBox="1"/>
          <p:nvPr/>
        </p:nvSpPr>
        <p:spPr>
          <a:xfrm>
            <a:off x="3912643" y="1388627"/>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56" name="TextBox 55">
            <a:extLst>
              <a:ext uri="{FF2B5EF4-FFF2-40B4-BE49-F238E27FC236}">
                <a16:creationId xmlns:a16="http://schemas.microsoft.com/office/drawing/2014/main" id="{A14DDB33-8047-4C96-4DB1-F0A197A5E5D2}"/>
              </a:ext>
            </a:extLst>
          </p:cNvPr>
          <p:cNvSpPr txBox="1"/>
          <p:nvPr/>
        </p:nvSpPr>
        <p:spPr>
          <a:xfrm>
            <a:off x="3401551" y="1373192"/>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57" name="TextBox 56">
            <a:extLst>
              <a:ext uri="{FF2B5EF4-FFF2-40B4-BE49-F238E27FC236}">
                <a16:creationId xmlns:a16="http://schemas.microsoft.com/office/drawing/2014/main" id="{7ACE1397-F706-6031-FE33-8D878085AF1E}"/>
              </a:ext>
            </a:extLst>
          </p:cNvPr>
          <p:cNvSpPr txBox="1"/>
          <p:nvPr/>
        </p:nvSpPr>
        <p:spPr>
          <a:xfrm>
            <a:off x="2370581" y="604867"/>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8" name="TextBox 57">
            <a:extLst>
              <a:ext uri="{FF2B5EF4-FFF2-40B4-BE49-F238E27FC236}">
                <a16:creationId xmlns:a16="http://schemas.microsoft.com/office/drawing/2014/main" id="{40986FA6-507F-BFAC-4934-9AB37E11FA1A}"/>
              </a:ext>
            </a:extLst>
          </p:cNvPr>
          <p:cNvSpPr txBox="1"/>
          <p:nvPr/>
        </p:nvSpPr>
        <p:spPr>
          <a:xfrm>
            <a:off x="2309810" y="2503659"/>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59" name="TextBox 58">
            <a:extLst>
              <a:ext uri="{FF2B5EF4-FFF2-40B4-BE49-F238E27FC236}">
                <a16:creationId xmlns:a16="http://schemas.microsoft.com/office/drawing/2014/main" id="{40818F68-AEDA-E8E8-7129-DCEDB3623A77}"/>
              </a:ext>
            </a:extLst>
          </p:cNvPr>
          <p:cNvSpPr txBox="1"/>
          <p:nvPr/>
        </p:nvSpPr>
        <p:spPr>
          <a:xfrm>
            <a:off x="4779429" y="2539657"/>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0" name="TextBox 59">
            <a:extLst>
              <a:ext uri="{FF2B5EF4-FFF2-40B4-BE49-F238E27FC236}">
                <a16:creationId xmlns:a16="http://schemas.microsoft.com/office/drawing/2014/main" id="{920E6EB9-31F1-DBAA-2ADD-723642A7DCBC}"/>
              </a:ext>
            </a:extLst>
          </p:cNvPr>
          <p:cNvSpPr txBox="1"/>
          <p:nvPr/>
        </p:nvSpPr>
        <p:spPr>
          <a:xfrm>
            <a:off x="4719312" y="625413"/>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62" name="Oval 61">
            <a:extLst>
              <a:ext uri="{FF2B5EF4-FFF2-40B4-BE49-F238E27FC236}">
                <a16:creationId xmlns:a16="http://schemas.microsoft.com/office/drawing/2014/main" id="{94586074-0BCD-BD64-BAEA-A3FD32B8E418}"/>
              </a:ext>
            </a:extLst>
          </p:cNvPr>
          <p:cNvSpPr/>
          <p:nvPr/>
        </p:nvSpPr>
        <p:spPr>
          <a:xfrm>
            <a:off x="10168970" y="1470638"/>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63" name="Oval 62">
            <a:extLst>
              <a:ext uri="{FF2B5EF4-FFF2-40B4-BE49-F238E27FC236}">
                <a16:creationId xmlns:a16="http://schemas.microsoft.com/office/drawing/2014/main" id="{1D87E0D6-5EA1-D570-D77C-0939077CFFD5}"/>
              </a:ext>
            </a:extLst>
          </p:cNvPr>
          <p:cNvSpPr/>
          <p:nvPr/>
        </p:nvSpPr>
        <p:spPr>
          <a:xfrm>
            <a:off x="7913607" y="188589"/>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64" name="Oval 63">
            <a:extLst>
              <a:ext uri="{FF2B5EF4-FFF2-40B4-BE49-F238E27FC236}">
                <a16:creationId xmlns:a16="http://schemas.microsoft.com/office/drawing/2014/main" id="{2CE79423-EBBD-FC56-3D4B-C4CF31893E26}"/>
              </a:ext>
            </a:extLst>
          </p:cNvPr>
          <p:cNvSpPr/>
          <p:nvPr/>
        </p:nvSpPr>
        <p:spPr>
          <a:xfrm>
            <a:off x="7913607" y="2752582"/>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65" name="Straight Arrow Connector 64">
            <a:extLst>
              <a:ext uri="{FF2B5EF4-FFF2-40B4-BE49-F238E27FC236}">
                <a16:creationId xmlns:a16="http://schemas.microsoft.com/office/drawing/2014/main" id="{77B55DC2-8F00-0863-AFE5-353E21C4A271}"/>
              </a:ext>
            </a:extLst>
          </p:cNvPr>
          <p:cNvCxnSpPr>
            <a:cxnSpLocks/>
            <a:endCxn id="63" idx="2"/>
          </p:cNvCxnSpPr>
          <p:nvPr/>
        </p:nvCxnSpPr>
        <p:spPr>
          <a:xfrm flipV="1">
            <a:off x="6206247" y="480419"/>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A79A6C15-3FA4-DFF5-3CCD-A478679F5D15}"/>
              </a:ext>
            </a:extLst>
          </p:cNvPr>
          <p:cNvCxnSpPr>
            <a:cxnSpLocks/>
            <a:endCxn id="64" idx="2"/>
          </p:cNvCxnSpPr>
          <p:nvPr/>
        </p:nvCxnSpPr>
        <p:spPr>
          <a:xfrm>
            <a:off x="6206247" y="1968822"/>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6A840AAC-2A54-5F9A-59F2-3555D92AC797}"/>
              </a:ext>
            </a:extLst>
          </p:cNvPr>
          <p:cNvCxnSpPr>
            <a:cxnSpLocks/>
            <a:stCxn id="63" idx="6"/>
            <a:endCxn id="62" idx="1"/>
          </p:cNvCxnSpPr>
          <p:nvPr/>
        </p:nvCxnSpPr>
        <p:spPr>
          <a:xfrm>
            <a:off x="8555633" y="480419"/>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5FD29CAB-1245-C086-FF86-45FEF6D674CE}"/>
              </a:ext>
            </a:extLst>
          </p:cNvPr>
          <p:cNvCxnSpPr>
            <a:cxnSpLocks/>
            <a:stCxn id="64" idx="6"/>
            <a:endCxn id="62" idx="3"/>
          </p:cNvCxnSpPr>
          <p:nvPr/>
        </p:nvCxnSpPr>
        <p:spPr>
          <a:xfrm flipV="1">
            <a:off x="8555633" y="1968822"/>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35B81753-1D49-6EC6-4A7D-7512ED1DC865}"/>
              </a:ext>
            </a:extLst>
          </p:cNvPr>
          <p:cNvCxnSpPr>
            <a:cxnSpLocks/>
            <a:stCxn id="64" idx="7"/>
            <a:endCxn id="63" idx="5"/>
          </p:cNvCxnSpPr>
          <p:nvPr/>
        </p:nvCxnSpPr>
        <p:spPr>
          <a:xfrm flipV="1">
            <a:off x="8461610" y="686773"/>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42E85A08-BE9D-8432-43AA-46A5840BC4EF}"/>
              </a:ext>
            </a:extLst>
          </p:cNvPr>
          <p:cNvCxnSpPr>
            <a:cxnSpLocks/>
            <a:stCxn id="64" idx="0"/>
            <a:endCxn id="63" idx="4"/>
          </p:cNvCxnSpPr>
          <p:nvPr/>
        </p:nvCxnSpPr>
        <p:spPr>
          <a:xfrm flipV="1">
            <a:off x="8234620" y="772248"/>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3D5DBA92-C2E2-14BC-72D8-46D990EA39A6}"/>
              </a:ext>
            </a:extLst>
          </p:cNvPr>
          <p:cNvCxnSpPr>
            <a:cxnSpLocks/>
            <a:stCxn id="63" idx="3"/>
            <a:endCxn id="64" idx="1"/>
          </p:cNvCxnSpPr>
          <p:nvPr/>
        </p:nvCxnSpPr>
        <p:spPr>
          <a:xfrm>
            <a:off x="8007630" y="686773"/>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3D0F6703-72EE-84A4-6159-C1B9F1428FC0}"/>
              </a:ext>
            </a:extLst>
          </p:cNvPr>
          <p:cNvSpPr txBox="1"/>
          <p:nvPr/>
        </p:nvSpPr>
        <p:spPr>
          <a:xfrm>
            <a:off x="8200343" y="1355907"/>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73" name="TextBox 72">
            <a:extLst>
              <a:ext uri="{FF2B5EF4-FFF2-40B4-BE49-F238E27FC236}">
                <a16:creationId xmlns:a16="http://schemas.microsoft.com/office/drawing/2014/main" id="{6E19D304-A94C-0E0E-FF76-1340103507E3}"/>
              </a:ext>
            </a:extLst>
          </p:cNvPr>
          <p:cNvSpPr txBox="1"/>
          <p:nvPr/>
        </p:nvSpPr>
        <p:spPr>
          <a:xfrm>
            <a:off x="8448504" y="1371342"/>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74" name="TextBox 73">
            <a:extLst>
              <a:ext uri="{FF2B5EF4-FFF2-40B4-BE49-F238E27FC236}">
                <a16:creationId xmlns:a16="http://schemas.microsoft.com/office/drawing/2014/main" id="{3440BB12-A2D9-E32E-D161-A3DE8D0C0A86}"/>
              </a:ext>
            </a:extLst>
          </p:cNvPr>
          <p:cNvSpPr txBox="1"/>
          <p:nvPr/>
        </p:nvSpPr>
        <p:spPr>
          <a:xfrm>
            <a:off x="7937412" y="1355907"/>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75" name="TextBox 74">
            <a:extLst>
              <a:ext uri="{FF2B5EF4-FFF2-40B4-BE49-F238E27FC236}">
                <a16:creationId xmlns:a16="http://schemas.microsoft.com/office/drawing/2014/main" id="{9AB9409F-C761-DA40-206E-D0B9DB82EF97}"/>
              </a:ext>
            </a:extLst>
          </p:cNvPr>
          <p:cNvSpPr txBox="1"/>
          <p:nvPr/>
        </p:nvSpPr>
        <p:spPr>
          <a:xfrm>
            <a:off x="6906442" y="587582"/>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6" name="TextBox 75">
            <a:extLst>
              <a:ext uri="{FF2B5EF4-FFF2-40B4-BE49-F238E27FC236}">
                <a16:creationId xmlns:a16="http://schemas.microsoft.com/office/drawing/2014/main" id="{D2A86B36-786B-2A2B-C398-F95C5EC2D7CF}"/>
              </a:ext>
            </a:extLst>
          </p:cNvPr>
          <p:cNvSpPr txBox="1"/>
          <p:nvPr/>
        </p:nvSpPr>
        <p:spPr>
          <a:xfrm>
            <a:off x="6845671" y="2486374"/>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77" name="TextBox 76">
            <a:extLst>
              <a:ext uri="{FF2B5EF4-FFF2-40B4-BE49-F238E27FC236}">
                <a16:creationId xmlns:a16="http://schemas.microsoft.com/office/drawing/2014/main" id="{AEBAF2EF-C457-77D8-C612-EAF1E8D1156A}"/>
              </a:ext>
            </a:extLst>
          </p:cNvPr>
          <p:cNvSpPr txBox="1"/>
          <p:nvPr/>
        </p:nvSpPr>
        <p:spPr>
          <a:xfrm>
            <a:off x="9315290" y="2522372"/>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78" name="TextBox 77">
            <a:extLst>
              <a:ext uri="{FF2B5EF4-FFF2-40B4-BE49-F238E27FC236}">
                <a16:creationId xmlns:a16="http://schemas.microsoft.com/office/drawing/2014/main" id="{B873E3E4-339E-2E4C-D059-00D506368EBE}"/>
              </a:ext>
            </a:extLst>
          </p:cNvPr>
          <p:cNvSpPr txBox="1"/>
          <p:nvPr/>
        </p:nvSpPr>
        <p:spPr>
          <a:xfrm>
            <a:off x="9255173" y="608128"/>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cxnSp>
        <p:nvCxnSpPr>
          <p:cNvPr id="13" name="Straight Connector 12">
            <a:extLst>
              <a:ext uri="{FF2B5EF4-FFF2-40B4-BE49-F238E27FC236}">
                <a16:creationId xmlns:a16="http://schemas.microsoft.com/office/drawing/2014/main" id="{57142D17-2D1E-283F-5CAC-6991FA3238A4}"/>
              </a:ext>
            </a:extLst>
          </p:cNvPr>
          <p:cNvCxnSpPr>
            <a:cxnSpLocks/>
          </p:cNvCxnSpPr>
          <p:nvPr/>
        </p:nvCxnSpPr>
        <p:spPr>
          <a:xfrm>
            <a:off x="3459900" y="694005"/>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4" name="Straight Connector 13">
            <a:extLst>
              <a:ext uri="{FF2B5EF4-FFF2-40B4-BE49-F238E27FC236}">
                <a16:creationId xmlns:a16="http://schemas.microsoft.com/office/drawing/2014/main" id="{F8B63F92-1941-4F6E-B3FE-D8AA1A069273}"/>
              </a:ext>
            </a:extLst>
          </p:cNvPr>
          <p:cNvCxnSpPr>
            <a:cxnSpLocks/>
            <a:stCxn id="10" idx="4"/>
            <a:endCxn id="11" idx="0"/>
          </p:cNvCxnSpPr>
          <p:nvPr/>
        </p:nvCxnSpPr>
        <p:spPr>
          <a:xfrm>
            <a:off x="3698759" y="789533"/>
            <a:ext cx="0" cy="198033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15" name="Straight Connector 14">
            <a:extLst>
              <a:ext uri="{FF2B5EF4-FFF2-40B4-BE49-F238E27FC236}">
                <a16:creationId xmlns:a16="http://schemas.microsoft.com/office/drawing/2014/main" id="{3031A2D4-A707-3193-44B0-7F2BB641DAA1}"/>
              </a:ext>
            </a:extLst>
          </p:cNvPr>
          <p:cNvCxnSpPr>
            <a:cxnSpLocks/>
            <a:endCxn id="11" idx="7"/>
          </p:cNvCxnSpPr>
          <p:nvPr/>
        </p:nvCxnSpPr>
        <p:spPr>
          <a:xfrm>
            <a:off x="3908239" y="707991"/>
            <a:ext cx="17510" cy="2147351"/>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5" name="Straight Connector 4">
            <a:extLst>
              <a:ext uri="{FF2B5EF4-FFF2-40B4-BE49-F238E27FC236}">
                <a16:creationId xmlns:a16="http://schemas.microsoft.com/office/drawing/2014/main" id="{C46D4370-A149-14D9-4E78-AD1B242975E9}"/>
              </a:ext>
            </a:extLst>
          </p:cNvPr>
          <p:cNvCxnSpPr>
            <a:cxnSpLocks/>
          </p:cNvCxnSpPr>
          <p:nvPr/>
        </p:nvCxnSpPr>
        <p:spPr>
          <a:xfrm>
            <a:off x="7981737" y="678064"/>
            <a:ext cx="17510" cy="2147351"/>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7" name="Straight Connector 6">
            <a:extLst>
              <a:ext uri="{FF2B5EF4-FFF2-40B4-BE49-F238E27FC236}">
                <a16:creationId xmlns:a16="http://schemas.microsoft.com/office/drawing/2014/main" id="{0C9D7BD0-D15D-CD03-0C6D-204ED4A5CCD4}"/>
              </a:ext>
            </a:extLst>
          </p:cNvPr>
          <p:cNvCxnSpPr>
            <a:cxnSpLocks/>
            <a:endCxn id="64" idx="0"/>
          </p:cNvCxnSpPr>
          <p:nvPr/>
        </p:nvCxnSpPr>
        <p:spPr>
          <a:xfrm>
            <a:off x="8230217" y="752433"/>
            <a:ext cx="4403" cy="2000149"/>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12" name="Straight Connector 11">
            <a:extLst>
              <a:ext uri="{FF2B5EF4-FFF2-40B4-BE49-F238E27FC236}">
                <a16:creationId xmlns:a16="http://schemas.microsoft.com/office/drawing/2014/main" id="{3AFA894C-996F-D42A-BC53-E8E1E56210C8}"/>
              </a:ext>
            </a:extLst>
          </p:cNvPr>
          <p:cNvCxnSpPr>
            <a:cxnSpLocks/>
            <a:stCxn id="63" idx="5"/>
            <a:endCxn id="64" idx="7"/>
          </p:cNvCxnSpPr>
          <p:nvPr/>
        </p:nvCxnSpPr>
        <p:spPr>
          <a:xfrm>
            <a:off x="8461610" y="686773"/>
            <a:ext cx="0" cy="2151284"/>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20" name="Straight Connector 19">
            <a:extLst>
              <a:ext uri="{FF2B5EF4-FFF2-40B4-BE49-F238E27FC236}">
                <a16:creationId xmlns:a16="http://schemas.microsoft.com/office/drawing/2014/main" id="{347CCBE8-F4C1-7E4D-8FE9-C9E58A0323C7}"/>
              </a:ext>
            </a:extLst>
          </p:cNvPr>
          <p:cNvCxnSpPr>
            <a:cxnSpLocks/>
            <a:stCxn id="63" idx="6"/>
            <a:endCxn id="62" idx="1"/>
          </p:cNvCxnSpPr>
          <p:nvPr/>
        </p:nvCxnSpPr>
        <p:spPr>
          <a:xfrm>
            <a:off x="8555633" y="480419"/>
            <a:ext cx="1707360" cy="1075694"/>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16" name="Straight Arrow Connector 15">
            <a:extLst>
              <a:ext uri="{FF2B5EF4-FFF2-40B4-BE49-F238E27FC236}">
                <a16:creationId xmlns:a16="http://schemas.microsoft.com/office/drawing/2014/main" id="{66329836-AEB0-2F42-AF9F-F97F65E126B1}"/>
              </a:ext>
            </a:extLst>
          </p:cNvPr>
          <p:cNvCxnSpPr>
            <a:stCxn id="11" idx="6"/>
            <a:endCxn id="63" idx="3"/>
          </p:cNvCxnSpPr>
          <p:nvPr/>
        </p:nvCxnSpPr>
        <p:spPr>
          <a:xfrm flipV="1">
            <a:off x="4019772" y="686773"/>
            <a:ext cx="3987858" cy="2374924"/>
          </a:xfrm>
          <a:prstGeom prst="straightConnector1">
            <a:avLst/>
          </a:prstGeom>
          <a:ln w="57150">
            <a:prstDash val="dash"/>
            <a:tailEnd type="triangle"/>
          </a:ln>
        </p:spPr>
        <p:style>
          <a:lnRef idx="2">
            <a:schemeClr val="accent6"/>
          </a:lnRef>
          <a:fillRef idx="0">
            <a:schemeClr val="accent6"/>
          </a:fillRef>
          <a:effectRef idx="1">
            <a:schemeClr val="accent6"/>
          </a:effectRef>
          <a:fontRef idx="minor">
            <a:schemeClr val="tx1"/>
          </a:fontRef>
        </p:style>
      </p:cxnSp>
      <p:sp>
        <p:nvSpPr>
          <p:cNvPr id="17" name="Oval 16">
            <a:extLst>
              <a:ext uri="{FF2B5EF4-FFF2-40B4-BE49-F238E27FC236}">
                <a16:creationId xmlns:a16="http://schemas.microsoft.com/office/drawing/2014/main" id="{9569BFCE-261F-0339-2CDB-04DE0F3202BB}"/>
              </a:ext>
            </a:extLst>
          </p:cNvPr>
          <p:cNvSpPr/>
          <p:nvPr/>
        </p:nvSpPr>
        <p:spPr>
          <a:xfrm>
            <a:off x="1105101" y="479830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endParaRPr lang="nb-NO" dirty="0">
              <a:solidFill>
                <a:schemeClr val="tx1"/>
              </a:solidFill>
            </a:endParaRPr>
          </a:p>
        </p:txBody>
      </p:sp>
      <p:sp>
        <p:nvSpPr>
          <p:cNvPr id="18" name="Oval 17">
            <a:extLst>
              <a:ext uri="{FF2B5EF4-FFF2-40B4-BE49-F238E27FC236}">
                <a16:creationId xmlns:a16="http://schemas.microsoft.com/office/drawing/2014/main" id="{CF1F489A-18E0-77A7-37FB-B02B42585706}"/>
              </a:ext>
            </a:extLst>
          </p:cNvPr>
          <p:cNvSpPr/>
          <p:nvPr/>
        </p:nvSpPr>
        <p:spPr>
          <a:xfrm>
            <a:off x="5615827" y="4798303"/>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CS</a:t>
            </a:r>
          </a:p>
        </p:txBody>
      </p:sp>
      <p:sp>
        <p:nvSpPr>
          <p:cNvPr id="21" name="Oval 20">
            <a:extLst>
              <a:ext uri="{FF2B5EF4-FFF2-40B4-BE49-F238E27FC236}">
                <a16:creationId xmlns:a16="http://schemas.microsoft.com/office/drawing/2014/main" id="{20A3691C-4938-2BAB-AFBE-9E0F629C91E5}"/>
              </a:ext>
            </a:extLst>
          </p:cNvPr>
          <p:cNvSpPr/>
          <p:nvPr/>
        </p:nvSpPr>
        <p:spPr>
          <a:xfrm>
            <a:off x="3360464" y="3516254"/>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22" name="Oval 21">
            <a:extLst>
              <a:ext uri="{FF2B5EF4-FFF2-40B4-BE49-F238E27FC236}">
                <a16:creationId xmlns:a16="http://schemas.microsoft.com/office/drawing/2014/main" id="{E5AEFEFA-6D26-7EFA-1D17-EEA6E89D887B}"/>
              </a:ext>
            </a:extLst>
          </p:cNvPr>
          <p:cNvSpPr/>
          <p:nvPr/>
        </p:nvSpPr>
        <p:spPr>
          <a:xfrm>
            <a:off x="3360464" y="6080247"/>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23" name="Straight Arrow Connector 22">
            <a:extLst>
              <a:ext uri="{FF2B5EF4-FFF2-40B4-BE49-F238E27FC236}">
                <a16:creationId xmlns:a16="http://schemas.microsoft.com/office/drawing/2014/main" id="{F0A7DBF1-A164-B19C-7537-9D0C3A63EBB1}"/>
              </a:ext>
            </a:extLst>
          </p:cNvPr>
          <p:cNvCxnSpPr>
            <a:cxnSpLocks/>
            <a:stCxn id="17" idx="7"/>
            <a:endCxn id="21" idx="2"/>
          </p:cNvCxnSpPr>
          <p:nvPr/>
        </p:nvCxnSpPr>
        <p:spPr>
          <a:xfrm flipV="1">
            <a:off x="1653104" y="3808084"/>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3CF81F4-7C0B-7D21-0B90-D3D2A525C7E7}"/>
              </a:ext>
            </a:extLst>
          </p:cNvPr>
          <p:cNvCxnSpPr>
            <a:cxnSpLocks/>
            <a:stCxn id="17" idx="5"/>
            <a:endCxn id="22" idx="2"/>
          </p:cNvCxnSpPr>
          <p:nvPr/>
        </p:nvCxnSpPr>
        <p:spPr>
          <a:xfrm>
            <a:off x="1653104" y="5296487"/>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3B9F76CB-7E51-6F11-5760-E7BF09AEDD19}"/>
              </a:ext>
            </a:extLst>
          </p:cNvPr>
          <p:cNvCxnSpPr>
            <a:cxnSpLocks/>
            <a:stCxn id="21" idx="6"/>
            <a:endCxn id="18" idx="1"/>
          </p:cNvCxnSpPr>
          <p:nvPr/>
        </p:nvCxnSpPr>
        <p:spPr>
          <a:xfrm>
            <a:off x="4002490" y="3808084"/>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8A184D54-3FAE-C7B4-6359-2A53FC9DAD3C}"/>
              </a:ext>
            </a:extLst>
          </p:cNvPr>
          <p:cNvCxnSpPr>
            <a:cxnSpLocks/>
            <a:stCxn id="22" idx="6"/>
            <a:endCxn id="18" idx="3"/>
          </p:cNvCxnSpPr>
          <p:nvPr/>
        </p:nvCxnSpPr>
        <p:spPr>
          <a:xfrm flipV="1">
            <a:off x="4002490" y="5296487"/>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A31BDB8A-25AF-B4B3-45C1-61DEE9EF99EF}"/>
              </a:ext>
            </a:extLst>
          </p:cNvPr>
          <p:cNvCxnSpPr>
            <a:cxnSpLocks/>
            <a:stCxn id="22" idx="7"/>
            <a:endCxn id="21" idx="5"/>
          </p:cNvCxnSpPr>
          <p:nvPr/>
        </p:nvCxnSpPr>
        <p:spPr>
          <a:xfrm flipV="1">
            <a:off x="3908467" y="4014438"/>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D617D0E-0221-0BB1-F384-A1EAFE19684F}"/>
              </a:ext>
            </a:extLst>
          </p:cNvPr>
          <p:cNvCxnSpPr>
            <a:cxnSpLocks/>
            <a:stCxn id="22" idx="0"/>
            <a:endCxn id="21" idx="4"/>
          </p:cNvCxnSpPr>
          <p:nvPr/>
        </p:nvCxnSpPr>
        <p:spPr>
          <a:xfrm flipV="1">
            <a:off x="3681477" y="4099913"/>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A233DD6B-754B-1CF5-C5FF-74AC26C9F11E}"/>
              </a:ext>
            </a:extLst>
          </p:cNvPr>
          <p:cNvCxnSpPr>
            <a:cxnSpLocks/>
            <a:stCxn id="21" idx="3"/>
            <a:endCxn id="22" idx="1"/>
          </p:cNvCxnSpPr>
          <p:nvPr/>
        </p:nvCxnSpPr>
        <p:spPr>
          <a:xfrm>
            <a:off x="3454487" y="4014438"/>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00EBB389-061A-3C75-E433-45156D212FBC}"/>
              </a:ext>
            </a:extLst>
          </p:cNvPr>
          <p:cNvSpPr txBox="1"/>
          <p:nvPr/>
        </p:nvSpPr>
        <p:spPr>
          <a:xfrm>
            <a:off x="3647200" y="4683572"/>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34" name="TextBox 33">
            <a:extLst>
              <a:ext uri="{FF2B5EF4-FFF2-40B4-BE49-F238E27FC236}">
                <a16:creationId xmlns:a16="http://schemas.microsoft.com/office/drawing/2014/main" id="{08D173A8-6F38-EEB0-9072-6E7AA310A2F6}"/>
              </a:ext>
            </a:extLst>
          </p:cNvPr>
          <p:cNvSpPr txBox="1"/>
          <p:nvPr/>
        </p:nvSpPr>
        <p:spPr>
          <a:xfrm>
            <a:off x="3895361" y="4699007"/>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35" name="TextBox 34">
            <a:extLst>
              <a:ext uri="{FF2B5EF4-FFF2-40B4-BE49-F238E27FC236}">
                <a16:creationId xmlns:a16="http://schemas.microsoft.com/office/drawing/2014/main" id="{9D1E2B05-D41F-199D-ED19-5A6B6FA57946}"/>
              </a:ext>
            </a:extLst>
          </p:cNvPr>
          <p:cNvSpPr txBox="1"/>
          <p:nvPr/>
        </p:nvSpPr>
        <p:spPr>
          <a:xfrm>
            <a:off x="3384269" y="4683572"/>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36" name="TextBox 35">
            <a:extLst>
              <a:ext uri="{FF2B5EF4-FFF2-40B4-BE49-F238E27FC236}">
                <a16:creationId xmlns:a16="http://schemas.microsoft.com/office/drawing/2014/main" id="{B13A15BF-3C78-0E70-FBFA-1AA85C8DE4EA}"/>
              </a:ext>
            </a:extLst>
          </p:cNvPr>
          <p:cNvSpPr txBox="1"/>
          <p:nvPr/>
        </p:nvSpPr>
        <p:spPr>
          <a:xfrm>
            <a:off x="2353299" y="3915247"/>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37" name="TextBox 36">
            <a:extLst>
              <a:ext uri="{FF2B5EF4-FFF2-40B4-BE49-F238E27FC236}">
                <a16:creationId xmlns:a16="http://schemas.microsoft.com/office/drawing/2014/main" id="{4F575B4F-6843-00B4-92DC-02C1E20B0064}"/>
              </a:ext>
            </a:extLst>
          </p:cNvPr>
          <p:cNvSpPr txBox="1"/>
          <p:nvPr/>
        </p:nvSpPr>
        <p:spPr>
          <a:xfrm>
            <a:off x="2292528" y="5814039"/>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38" name="TextBox 37">
            <a:extLst>
              <a:ext uri="{FF2B5EF4-FFF2-40B4-BE49-F238E27FC236}">
                <a16:creationId xmlns:a16="http://schemas.microsoft.com/office/drawing/2014/main" id="{CD533A2F-69B6-BEBE-BDF1-5C69F07703C4}"/>
              </a:ext>
            </a:extLst>
          </p:cNvPr>
          <p:cNvSpPr txBox="1"/>
          <p:nvPr/>
        </p:nvSpPr>
        <p:spPr>
          <a:xfrm>
            <a:off x="4762147" y="5850037"/>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39" name="TextBox 38">
            <a:extLst>
              <a:ext uri="{FF2B5EF4-FFF2-40B4-BE49-F238E27FC236}">
                <a16:creationId xmlns:a16="http://schemas.microsoft.com/office/drawing/2014/main" id="{94BBCB83-CA0F-EB1A-F32F-0FF65262F719}"/>
              </a:ext>
            </a:extLst>
          </p:cNvPr>
          <p:cNvSpPr txBox="1"/>
          <p:nvPr/>
        </p:nvSpPr>
        <p:spPr>
          <a:xfrm>
            <a:off x="4702030" y="3935793"/>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41" name="Oval 40">
            <a:extLst>
              <a:ext uri="{FF2B5EF4-FFF2-40B4-BE49-F238E27FC236}">
                <a16:creationId xmlns:a16="http://schemas.microsoft.com/office/drawing/2014/main" id="{B0172EFC-8D7F-561B-85DA-B542C1272886}"/>
              </a:ext>
            </a:extLst>
          </p:cNvPr>
          <p:cNvSpPr/>
          <p:nvPr/>
        </p:nvSpPr>
        <p:spPr>
          <a:xfrm>
            <a:off x="10151688" y="4781018"/>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42" name="Oval 41">
            <a:extLst>
              <a:ext uri="{FF2B5EF4-FFF2-40B4-BE49-F238E27FC236}">
                <a16:creationId xmlns:a16="http://schemas.microsoft.com/office/drawing/2014/main" id="{1C04DC16-8C70-7CFC-43BA-0F2AFAA5984C}"/>
              </a:ext>
            </a:extLst>
          </p:cNvPr>
          <p:cNvSpPr/>
          <p:nvPr/>
        </p:nvSpPr>
        <p:spPr>
          <a:xfrm>
            <a:off x="7896325" y="3498969"/>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fit</a:t>
            </a:r>
            <a:endParaRPr lang="nb-NO" sz="1200" dirty="0">
              <a:solidFill>
                <a:schemeClr val="tx1"/>
              </a:solidFill>
            </a:endParaRPr>
          </a:p>
        </p:txBody>
      </p:sp>
      <p:sp>
        <p:nvSpPr>
          <p:cNvPr id="44" name="Oval 43">
            <a:extLst>
              <a:ext uri="{FF2B5EF4-FFF2-40B4-BE49-F238E27FC236}">
                <a16:creationId xmlns:a16="http://schemas.microsoft.com/office/drawing/2014/main" id="{9B761B3A-9CB6-0B3B-EC38-FE91302922A9}"/>
              </a:ext>
            </a:extLst>
          </p:cNvPr>
          <p:cNvSpPr/>
          <p:nvPr/>
        </p:nvSpPr>
        <p:spPr>
          <a:xfrm>
            <a:off x="7896325" y="6062962"/>
            <a:ext cx="642026" cy="58365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dull</a:t>
            </a:r>
            <a:endParaRPr lang="nb-NO" dirty="0">
              <a:solidFill>
                <a:schemeClr val="tx1"/>
              </a:solidFill>
            </a:endParaRPr>
          </a:p>
        </p:txBody>
      </p:sp>
      <p:cxnSp>
        <p:nvCxnSpPr>
          <p:cNvPr id="45" name="Straight Arrow Connector 44">
            <a:extLst>
              <a:ext uri="{FF2B5EF4-FFF2-40B4-BE49-F238E27FC236}">
                <a16:creationId xmlns:a16="http://schemas.microsoft.com/office/drawing/2014/main" id="{5A19EB32-91EC-D1E0-63E9-CEDA63DB7EC3}"/>
              </a:ext>
            </a:extLst>
          </p:cNvPr>
          <p:cNvCxnSpPr>
            <a:cxnSpLocks/>
            <a:endCxn id="42" idx="2"/>
          </p:cNvCxnSpPr>
          <p:nvPr/>
        </p:nvCxnSpPr>
        <p:spPr>
          <a:xfrm flipV="1">
            <a:off x="6188965" y="3790799"/>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3198B9AA-B3D1-A675-B45A-70F9BB0D2722}"/>
              </a:ext>
            </a:extLst>
          </p:cNvPr>
          <p:cNvCxnSpPr>
            <a:cxnSpLocks/>
            <a:endCxn id="44" idx="2"/>
          </p:cNvCxnSpPr>
          <p:nvPr/>
        </p:nvCxnSpPr>
        <p:spPr>
          <a:xfrm>
            <a:off x="6188965" y="5279202"/>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181B1807-9418-C31B-305A-E1D13BABC53A}"/>
              </a:ext>
            </a:extLst>
          </p:cNvPr>
          <p:cNvCxnSpPr>
            <a:cxnSpLocks/>
            <a:stCxn id="42" idx="6"/>
            <a:endCxn id="41" idx="1"/>
          </p:cNvCxnSpPr>
          <p:nvPr/>
        </p:nvCxnSpPr>
        <p:spPr>
          <a:xfrm>
            <a:off x="8538351" y="3790799"/>
            <a:ext cx="1707360" cy="107569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07A4C929-A612-B54D-04CD-D06C7FD20E82}"/>
              </a:ext>
            </a:extLst>
          </p:cNvPr>
          <p:cNvCxnSpPr>
            <a:cxnSpLocks/>
            <a:stCxn id="44" idx="6"/>
            <a:endCxn id="41" idx="3"/>
          </p:cNvCxnSpPr>
          <p:nvPr/>
        </p:nvCxnSpPr>
        <p:spPr>
          <a:xfrm flipV="1">
            <a:off x="8538351" y="5279202"/>
            <a:ext cx="1707360" cy="1075590"/>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41B4BC37-1A17-0203-3892-45251518D803}"/>
              </a:ext>
            </a:extLst>
          </p:cNvPr>
          <p:cNvCxnSpPr>
            <a:cxnSpLocks/>
            <a:stCxn id="44" idx="7"/>
            <a:endCxn id="42" idx="5"/>
          </p:cNvCxnSpPr>
          <p:nvPr/>
        </p:nvCxnSpPr>
        <p:spPr>
          <a:xfrm flipV="1">
            <a:off x="8444328" y="3997153"/>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D02DBB54-FC0E-824C-37BB-BF39EE92C507}"/>
              </a:ext>
            </a:extLst>
          </p:cNvPr>
          <p:cNvCxnSpPr>
            <a:cxnSpLocks/>
            <a:stCxn id="44" idx="0"/>
            <a:endCxn id="42" idx="4"/>
          </p:cNvCxnSpPr>
          <p:nvPr/>
        </p:nvCxnSpPr>
        <p:spPr>
          <a:xfrm flipV="1">
            <a:off x="8217338" y="4082628"/>
            <a:ext cx="0" cy="198033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3EFE0646-668B-A8D4-7C65-C268456C5D5A}"/>
              </a:ext>
            </a:extLst>
          </p:cNvPr>
          <p:cNvCxnSpPr>
            <a:cxnSpLocks/>
            <a:stCxn id="42" idx="3"/>
            <a:endCxn id="44" idx="1"/>
          </p:cNvCxnSpPr>
          <p:nvPr/>
        </p:nvCxnSpPr>
        <p:spPr>
          <a:xfrm>
            <a:off x="7990348" y="3997153"/>
            <a:ext cx="0" cy="2151284"/>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95730282-3933-9517-51B4-8CE951F453BD}"/>
              </a:ext>
            </a:extLst>
          </p:cNvPr>
          <p:cNvSpPr txBox="1"/>
          <p:nvPr/>
        </p:nvSpPr>
        <p:spPr>
          <a:xfrm>
            <a:off x="8183061" y="4666287"/>
            <a:ext cx="308279" cy="369332"/>
          </a:xfrm>
          <a:prstGeom prst="rect">
            <a:avLst/>
          </a:prstGeom>
          <a:noFill/>
        </p:spPr>
        <p:txBody>
          <a:bodyPr wrap="square">
            <a:spAutoFit/>
          </a:bodyPr>
          <a:lstStyle/>
          <a:p>
            <a:pPr algn="ctr"/>
            <a:r>
              <a:rPr lang="en-US" dirty="0">
                <a:solidFill>
                  <a:schemeClr val="tx1"/>
                </a:solidFill>
              </a:rPr>
              <a:t>r</a:t>
            </a:r>
            <a:endParaRPr lang="nb-NO" dirty="0">
              <a:solidFill>
                <a:schemeClr val="tx1"/>
              </a:solidFill>
            </a:endParaRPr>
          </a:p>
        </p:txBody>
      </p:sp>
      <p:sp>
        <p:nvSpPr>
          <p:cNvPr id="61" name="TextBox 60">
            <a:extLst>
              <a:ext uri="{FF2B5EF4-FFF2-40B4-BE49-F238E27FC236}">
                <a16:creationId xmlns:a16="http://schemas.microsoft.com/office/drawing/2014/main" id="{EFCF4654-31D1-F4E3-1560-822BC72CD16A}"/>
              </a:ext>
            </a:extLst>
          </p:cNvPr>
          <p:cNvSpPr txBox="1"/>
          <p:nvPr/>
        </p:nvSpPr>
        <p:spPr>
          <a:xfrm>
            <a:off x="8431222" y="4681722"/>
            <a:ext cx="308279" cy="369332"/>
          </a:xfrm>
          <a:prstGeom prst="rect">
            <a:avLst/>
          </a:prstGeom>
          <a:noFill/>
        </p:spPr>
        <p:txBody>
          <a:bodyPr wrap="square">
            <a:spAutoFit/>
          </a:bodyPr>
          <a:lstStyle/>
          <a:p>
            <a:pPr algn="ctr"/>
            <a:r>
              <a:rPr lang="en-US" dirty="0">
                <a:solidFill>
                  <a:schemeClr val="tx1"/>
                </a:solidFill>
              </a:rPr>
              <a:t>b</a:t>
            </a:r>
            <a:endParaRPr lang="nb-NO" dirty="0">
              <a:solidFill>
                <a:schemeClr val="tx1"/>
              </a:solidFill>
            </a:endParaRPr>
          </a:p>
        </p:txBody>
      </p:sp>
      <p:sp>
        <p:nvSpPr>
          <p:cNvPr id="79" name="TextBox 78">
            <a:extLst>
              <a:ext uri="{FF2B5EF4-FFF2-40B4-BE49-F238E27FC236}">
                <a16:creationId xmlns:a16="http://schemas.microsoft.com/office/drawing/2014/main" id="{9C91A79E-5120-7519-6156-2E9BD0AE1951}"/>
              </a:ext>
            </a:extLst>
          </p:cNvPr>
          <p:cNvSpPr txBox="1"/>
          <p:nvPr/>
        </p:nvSpPr>
        <p:spPr>
          <a:xfrm>
            <a:off x="7920130" y="4666287"/>
            <a:ext cx="308279" cy="369332"/>
          </a:xfrm>
          <a:prstGeom prst="rect">
            <a:avLst/>
          </a:prstGeom>
          <a:noFill/>
        </p:spPr>
        <p:txBody>
          <a:bodyPr wrap="square">
            <a:spAutoFit/>
          </a:bodyPr>
          <a:lstStyle/>
          <a:p>
            <a:pPr algn="ctr"/>
            <a:r>
              <a:rPr lang="en-US" dirty="0">
                <a:solidFill>
                  <a:schemeClr val="tx1"/>
                </a:solidFill>
              </a:rPr>
              <a:t>d</a:t>
            </a:r>
            <a:endParaRPr lang="nb-NO" dirty="0">
              <a:solidFill>
                <a:schemeClr val="tx1"/>
              </a:solidFill>
            </a:endParaRPr>
          </a:p>
        </p:txBody>
      </p:sp>
      <p:sp>
        <p:nvSpPr>
          <p:cNvPr id="80" name="TextBox 79">
            <a:extLst>
              <a:ext uri="{FF2B5EF4-FFF2-40B4-BE49-F238E27FC236}">
                <a16:creationId xmlns:a16="http://schemas.microsoft.com/office/drawing/2014/main" id="{3FF7B16A-5BE3-9B3D-F440-863CF531E39E}"/>
              </a:ext>
            </a:extLst>
          </p:cNvPr>
          <p:cNvSpPr txBox="1"/>
          <p:nvPr/>
        </p:nvSpPr>
        <p:spPr>
          <a:xfrm>
            <a:off x="6889160" y="3897962"/>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81" name="TextBox 80">
            <a:extLst>
              <a:ext uri="{FF2B5EF4-FFF2-40B4-BE49-F238E27FC236}">
                <a16:creationId xmlns:a16="http://schemas.microsoft.com/office/drawing/2014/main" id="{ED87A572-E027-03E8-BF46-CF9ED3E3E47C}"/>
              </a:ext>
            </a:extLst>
          </p:cNvPr>
          <p:cNvSpPr txBox="1"/>
          <p:nvPr/>
        </p:nvSpPr>
        <p:spPr>
          <a:xfrm>
            <a:off x="6828389" y="5796754"/>
            <a:ext cx="308279" cy="369332"/>
          </a:xfrm>
          <a:prstGeom prst="rect">
            <a:avLst/>
          </a:prstGeom>
          <a:noFill/>
        </p:spPr>
        <p:txBody>
          <a:bodyPr wrap="square">
            <a:spAutoFit/>
          </a:bodyPr>
          <a:lstStyle/>
          <a:p>
            <a:pPr algn="ctr"/>
            <a:r>
              <a:rPr lang="en-US" dirty="0"/>
              <a:t>s</a:t>
            </a:r>
            <a:endParaRPr lang="nb-NO" dirty="0">
              <a:solidFill>
                <a:schemeClr val="tx1"/>
              </a:solidFill>
            </a:endParaRPr>
          </a:p>
        </p:txBody>
      </p:sp>
      <p:sp>
        <p:nvSpPr>
          <p:cNvPr id="82" name="TextBox 81">
            <a:extLst>
              <a:ext uri="{FF2B5EF4-FFF2-40B4-BE49-F238E27FC236}">
                <a16:creationId xmlns:a16="http://schemas.microsoft.com/office/drawing/2014/main" id="{84E03936-41E6-30CB-A53F-540F6524FCEE}"/>
              </a:ext>
            </a:extLst>
          </p:cNvPr>
          <p:cNvSpPr txBox="1"/>
          <p:nvPr/>
        </p:nvSpPr>
        <p:spPr>
          <a:xfrm>
            <a:off x="9298008" y="5832752"/>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sp>
        <p:nvSpPr>
          <p:cNvPr id="83" name="TextBox 82">
            <a:extLst>
              <a:ext uri="{FF2B5EF4-FFF2-40B4-BE49-F238E27FC236}">
                <a16:creationId xmlns:a16="http://schemas.microsoft.com/office/drawing/2014/main" id="{7D9A77CF-7B88-93BE-81B4-2373B6DD0230}"/>
              </a:ext>
            </a:extLst>
          </p:cNvPr>
          <p:cNvSpPr txBox="1"/>
          <p:nvPr/>
        </p:nvSpPr>
        <p:spPr>
          <a:xfrm>
            <a:off x="9237891" y="3918508"/>
            <a:ext cx="308279" cy="369332"/>
          </a:xfrm>
          <a:prstGeom prst="rect">
            <a:avLst/>
          </a:prstGeom>
          <a:noFill/>
        </p:spPr>
        <p:txBody>
          <a:bodyPr wrap="square">
            <a:spAutoFit/>
          </a:bodyPr>
          <a:lstStyle/>
          <a:p>
            <a:pPr algn="ctr"/>
            <a:r>
              <a:rPr lang="en-US" dirty="0"/>
              <a:t>v</a:t>
            </a:r>
            <a:endParaRPr lang="nb-NO" dirty="0">
              <a:solidFill>
                <a:schemeClr val="tx1"/>
              </a:solidFill>
            </a:endParaRPr>
          </a:p>
        </p:txBody>
      </p:sp>
      <p:cxnSp>
        <p:nvCxnSpPr>
          <p:cNvPr id="84" name="Straight Connector 83">
            <a:extLst>
              <a:ext uri="{FF2B5EF4-FFF2-40B4-BE49-F238E27FC236}">
                <a16:creationId xmlns:a16="http://schemas.microsoft.com/office/drawing/2014/main" id="{84ECA874-81A1-5243-5924-6A533F4BC70A}"/>
              </a:ext>
            </a:extLst>
          </p:cNvPr>
          <p:cNvCxnSpPr>
            <a:cxnSpLocks/>
          </p:cNvCxnSpPr>
          <p:nvPr/>
        </p:nvCxnSpPr>
        <p:spPr>
          <a:xfrm>
            <a:off x="3442618" y="4004385"/>
            <a:ext cx="0" cy="215128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85" name="Straight Connector 84">
            <a:extLst>
              <a:ext uri="{FF2B5EF4-FFF2-40B4-BE49-F238E27FC236}">
                <a16:creationId xmlns:a16="http://schemas.microsoft.com/office/drawing/2014/main" id="{14462B7A-5134-D079-6A35-A8C8143F8ABF}"/>
              </a:ext>
            </a:extLst>
          </p:cNvPr>
          <p:cNvCxnSpPr>
            <a:cxnSpLocks/>
            <a:stCxn id="21" idx="4"/>
            <a:endCxn id="22" idx="0"/>
          </p:cNvCxnSpPr>
          <p:nvPr/>
        </p:nvCxnSpPr>
        <p:spPr>
          <a:xfrm>
            <a:off x="3681477" y="4099913"/>
            <a:ext cx="0" cy="1980334"/>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86" name="Straight Connector 85">
            <a:extLst>
              <a:ext uri="{FF2B5EF4-FFF2-40B4-BE49-F238E27FC236}">
                <a16:creationId xmlns:a16="http://schemas.microsoft.com/office/drawing/2014/main" id="{328358CE-F693-2E0F-C8A2-30470F4DB3BF}"/>
              </a:ext>
            </a:extLst>
          </p:cNvPr>
          <p:cNvCxnSpPr>
            <a:cxnSpLocks/>
            <a:endCxn id="22" idx="7"/>
          </p:cNvCxnSpPr>
          <p:nvPr/>
        </p:nvCxnSpPr>
        <p:spPr>
          <a:xfrm>
            <a:off x="3890957" y="4018371"/>
            <a:ext cx="17510" cy="2147351"/>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87" name="Straight Connector 86">
            <a:extLst>
              <a:ext uri="{FF2B5EF4-FFF2-40B4-BE49-F238E27FC236}">
                <a16:creationId xmlns:a16="http://schemas.microsoft.com/office/drawing/2014/main" id="{E0ED4C38-2CB6-3479-E292-3907E2B96889}"/>
              </a:ext>
            </a:extLst>
          </p:cNvPr>
          <p:cNvCxnSpPr>
            <a:cxnSpLocks/>
          </p:cNvCxnSpPr>
          <p:nvPr/>
        </p:nvCxnSpPr>
        <p:spPr>
          <a:xfrm>
            <a:off x="7964455" y="3988444"/>
            <a:ext cx="17510" cy="2147351"/>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90" name="Straight Connector 89">
            <a:extLst>
              <a:ext uri="{FF2B5EF4-FFF2-40B4-BE49-F238E27FC236}">
                <a16:creationId xmlns:a16="http://schemas.microsoft.com/office/drawing/2014/main" id="{414FA94F-871F-B3EF-E4CD-DD5A78891ACA}"/>
              </a:ext>
            </a:extLst>
          </p:cNvPr>
          <p:cNvCxnSpPr>
            <a:cxnSpLocks/>
            <a:stCxn id="44" idx="6"/>
            <a:endCxn id="41" idx="3"/>
          </p:cNvCxnSpPr>
          <p:nvPr/>
        </p:nvCxnSpPr>
        <p:spPr>
          <a:xfrm flipV="1">
            <a:off x="8538351" y="5279202"/>
            <a:ext cx="1707360" cy="1075590"/>
          </a:xfrm>
          <a:prstGeom prst="line">
            <a:avLst/>
          </a:prstGeom>
          <a:ln w="66675">
            <a:solidFill>
              <a:schemeClr val="accent5">
                <a:alpha val="56000"/>
              </a:schemeClr>
            </a:solidFill>
          </a:ln>
        </p:spPr>
        <p:style>
          <a:lnRef idx="3">
            <a:schemeClr val="accent4"/>
          </a:lnRef>
          <a:fillRef idx="0">
            <a:schemeClr val="accent4"/>
          </a:fillRef>
          <a:effectRef idx="2">
            <a:schemeClr val="accent4"/>
          </a:effectRef>
          <a:fontRef idx="minor">
            <a:schemeClr val="tx1"/>
          </a:fontRef>
        </p:style>
      </p:cxnSp>
      <p:cxnSp>
        <p:nvCxnSpPr>
          <p:cNvPr id="91" name="Straight Arrow Connector 90">
            <a:extLst>
              <a:ext uri="{FF2B5EF4-FFF2-40B4-BE49-F238E27FC236}">
                <a16:creationId xmlns:a16="http://schemas.microsoft.com/office/drawing/2014/main" id="{0706D7D4-8D7C-55F3-1B6D-5453ACB6AD05}"/>
              </a:ext>
            </a:extLst>
          </p:cNvPr>
          <p:cNvCxnSpPr>
            <a:stCxn id="22" idx="6"/>
            <a:endCxn id="42" idx="3"/>
          </p:cNvCxnSpPr>
          <p:nvPr/>
        </p:nvCxnSpPr>
        <p:spPr>
          <a:xfrm flipV="1">
            <a:off x="4002490" y="3997153"/>
            <a:ext cx="3987858" cy="2374924"/>
          </a:xfrm>
          <a:prstGeom prst="straightConnector1">
            <a:avLst/>
          </a:prstGeom>
          <a:ln w="57150">
            <a:prstDash val="dash"/>
            <a:tailEnd type="triangle"/>
          </a:ln>
        </p:spPr>
        <p:style>
          <a:lnRef idx="2">
            <a:schemeClr val="accent6"/>
          </a:lnRef>
          <a:fillRef idx="0">
            <a:schemeClr val="accent6"/>
          </a:fillRef>
          <a:effectRef idx="1">
            <a:schemeClr val="accent6"/>
          </a:effectRef>
          <a:fontRef idx="minor">
            <a:schemeClr val="tx1"/>
          </a:fontRef>
        </p:style>
      </p:cxnSp>
      <p:cxnSp>
        <p:nvCxnSpPr>
          <p:cNvPr id="2" name="Straight Connector 1">
            <a:extLst>
              <a:ext uri="{FF2B5EF4-FFF2-40B4-BE49-F238E27FC236}">
                <a16:creationId xmlns:a16="http://schemas.microsoft.com/office/drawing/2014/main" id="{543126E9-B4AF-90C8-24B5-FF784F0F4013}"/>
              </a:ext>
            </a:extLst>
          </p:cNvPr>
          <p:cNvCxnSpPr>
            <a:cxnSpLocks/>
            <a:stCxn id="4" idx="5"/>
            <a:endCxn id="11" idx="2"/>
          </p:cNvCxnSpPr>
          <p:nvPr/>
        </p:nvCxnSpPr>
        <p:spPr>
          <a:xfrm>
            <a:off x="1670386" y="1986107"/>
            <a:ext cx="1707360" cy="1075590"/>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cxnSp>
        <p:nvCxnSpPr>
          <p:cNvPr id="8" name="Straight Connector 7">
            <a:extLst>
              <a:ext uri="{FF2B5EF4-FFF2-40B4-BE49-F238E27FC236}">
                <a16:creationId xmlns:a16="http://schemas.microsoft.com/office/drawing/2014/main" id="{88826BD1-26D3-D8BE-FEE7-4D6CB876E0A2}"/>
              </a:ext>
            </a:extLst>
          </p:cNvPr>
          <p:cNvCxnSpPr>
            <a:cxnSpLocks/>
          </p:cNvCxnSpPr>
          <p:nvPr/>
        </p:nvCxnSpPr>
        <p:spPr>
          <a:xfrm>
            <a:off x="1653104" y="5279201"/>
            <a:ext cx="1707360" cy="1075590"/>
          </a:xfrm>
          <a:prstGeom prst="line">
            <a:avLst/>
          </a:prstGeom>
          <a:ln w="66675">
            <a:solidFill>
              <a:schemeClr val="tx2">
                <a:lumMod val="50000"/>
                <a:lumOff val="50000"/>
                <a:alpha val="56000"/>
              </a:schemeClr>
            </a:solidFill>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336172759"/>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9F451D0-DB61-03AA-1C68-F96FA6AD4247}"/>
              </a:ext>
            </a:extLst>
          </p:cNvPr>
          <p:cNvSpPr/>
          <p:nvPr/>
        </p:nvSpPr>
        <p:spPr>
          <a:xfrm>
            <a:off x="2333471" y="3067663"/>
            <a:ext cx="369631" cy="36133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a:t>
            </a:r>
            <a:endParaRPr lang="nb-NO" sz="1600" dirty="0">
              <a:solidFill>
                <a:schemeClr val="tx1"/>
              </a:solidFill>
            </a:endParaRPr>
          </a:p>
        </p:txBody>
      </p:sp>
      <p:sp>
        <p:nvSpPr>
          <p:cNvPr id="8" name="Rectangle 7">
            <a:extLst>
              <a:ext uri="{FF2B5EF4-FFF2-40B4-BE49-F238E27FC236}">
                <a16:creationId xmlns:a16="http://schemas.microsoft.com/office/drawing/2014/main" id="{B125ED13-8992-C644-04D3-C82BA5C512C3}"/>
              </a:ext>
            </a:extLst>
          </p:cNvPr>
          <p:cNvSpPr/>
          <p:nvPr/>
        </p:nvSpPr>
        <p:spPr>
          <a:xfrm>
            <a:off x="4546497" y="3075031"/>
            <a:ext cx="369631" cy="361335"/>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CS</a:t>
            </a:r>
            <a:endParaRPr lang="nb-NO" sz="1100" b="1" dirty="0">
              <a:solidFill>
                <a:schemeClr val="tx1"/>
              </a:solidFill>
            </a:endParaRPr>
          </a:p>
        </p:txBody>
      </p:sp>
      <p:sp>
        <p:nvSpPr>
          <p:cNvPr id="9" name="Rectangle 8">
            <a:extLst>
              <a:ext uri="{FF2B5EF4-FFF2-40B4-BE49-F238E27FC236}">
                <a16:creationId xmlns:a16="http://schemas.microsoft.com/office/drawing/2014/main" id="{61899596-A7FB-9E92-E322-D3D85D1C843A}"/>
              </a:ext>
            </a:extLst>
          </p:cNvPr>
          <p:cNvSpPr/>
          <p:nvPr/>
        </p:nvSpPr>
        <p:spPr>
          <a:xfrm>
            <a:off x="3485522" y="3075031"/>
            <a:ext cx="369631" cy="361335"/>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CS</a:t>
            </a:r>
            <a:endParaRPr lang="nb-NO" sz="1100" b="1" dirty="0">
              <a:solidFill>
                <a:schemeClr val="tx1"/>
              </a:solidFill>
            </a:endParaRPr>
          </a:p>
        </p:txBody>
      </p:sp>
      <p:sp>
        <p:nvSpPr>
          <p:cNvPr id="10" name="Oval 9">
            <a:extLst>
              <a:ext uri="{FF2B5EF4-FFF2-40B4-BE49-F238E27FC236}">
                <a16:creationId xmlns:a16="http://schemas.microsoft.com/office/drawing/2014/main" id="{EF565674-948E-B7EB-5F5A-9BED15A0414F}"/>
              </a:ext>
            </a:extLst>
          </p:cNvPr>
          <p:cNvSpPr/>
          <p:nvPr/>
        </p:nvSpPr>
        <p:spPr>
          <a:xfrm>
            <a:off x="5803027" y="3067663"/>
            <a:ext cx="369631" cy="36133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B</a:t>
            </a:r>
            <a:endParaRPr lang="nb-NO" sz="1600" dirty="0">
              <a:solidFill>
                <a:schemeClr val="tx1"/>
              </a:solidFill>
            </a:endParaRPr>
          </a:p>
        </p:txBody>
      </p:sp>
      <p:sp>
        <p:nvSpPr>
          <p:cNvPr id="11" name="Rectangle 10">
            <a:extLst>
              <a:ext uri="{FF2B5EF4-FFF2-40B4-BE49-F238E27FC236}">
                <a16:creationId xmlns:a16="http://schemas.microsoft.com/office/drawing/2014/main" id="{3144A104-DFCB-C08B-BAE2-E42E9EB08659}"/>
              </a:ext>
            </a:extLst>
          </p:cNvPr>
          <p:cNvSpPr/>
          <p:nvPr/>
        </p:nvSpPr>
        <p:spPr>
          <a:xfrm>
            <a:off x="6967999" y="3067665"/>
            <a:ext cx="369631" cy="3613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CS</a:t>
            </a:r>
            <a:endParaRPr lang="nb-NO" sz="1100" b="1" dirty="0">
              <a:solidFill>
                <a:schemeClr val="tx1"/>
              </a:solidFill>
            </a:endParaRPr>
          </a:p>
        </p:txBody>
      </p:sp>
      <p:sp>
        <p:nvSpPr>
          <p:cNvPr id="12" name="Rectangle 11">
            <a:extLst>
              <a:ext uri="{FF2B5EF4-FFF2-40B4-BE49-F238E27FC236}">
                <a16:creationId xmlns:a16="http://schemas.microsoft.com/office/drawing/2014/main" id="{3AFD46B3-0857-E649-9F63-37BD2E59086E}"/>
              </a:ext>
            </a:extLst>
          </p:cNvPr>
          <p:cNvSpPr/>
          <p:nvPr/>
        </p:nvSpPr>
        <p:spPr>
          <a:xfrm>
            <a:off x="8126669" y="3067664"/>
            <a:ext cx="369631" cy="3613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CS</a:t>
            </a:r>
            <a:endParaRPr lang="nb-NO" sz="1100" b="1" dirty="0">
              <a:solidFill>
                <a:schemeClr val="tx1"/>
              </a:solidFill>
            </a:endParaRPr>
          </a:p>
        </p:txBody>
      </p:sp>
      <p:sp>
        <p:nvSpPr>
          <p:cNvPr id="13" name="Oval 12">
            <a:extLst>
              <a:ext uri="{FF2B5EF4-FFF2-40B4-BE49-F238E27FC236}">
                <a16:creationId xmlns:a16="http://schemas.microsoft.com/office/drawing/2014/main" id="{C495EB88-6AAF-7228-93A4-8EC7B6823846}"/>
              </a:ext>
            </a:extLst>
          </p:cNvPr>
          <p:cNvSpPr/>
          <p:nvPr/>
        </p:nvSpPr>
        <p:spPr>
          <a:xfrm>
            <a:off x="9291641" y="3035704"/>
            <a:ext cx="369631" cy="36133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a:t>
            </a:r>
            <a:endParaRPr lang="nb-NO" sz="1600" dirty="0">
              <a:solidFill>
                <a:schemeClr val="tx1"/>
              </a:solidFill>
            </a:endParaRPr>
          </a:p>
        </p:txBody>
      </p:sp>
      <p:cxnSp>
        <p:nvCxnSpPr>
          <p:cNvPr id="18" name="Straight Arrow Connector 17">
            <a:extLst>
              <a:ext uri="{FF2B5EF4-FFF2-40B4-BE49-F238E27FC236}">
                <a16:creationId xmlns:a16="http://schemas.microsoft.com/office/drawing/2014/main" id="{E6815AC1-2C2F-F65E-30D7-726DF7298E49}"/>
              </a:ext>
            </a:extLst>
          </p:cNvPr>
          <p:cNvCxnSpPr>
            <a:cxnSpLocks/>
            <a:endCxn id="10" idx="2"/>
          </p:cNvCxnSpPr>
          <p:nvPr/>
        </p:nvCxnSpPr>
        <p:spPr>
          <a:xfrm flipV="1">
            <a:off x="2699951" y="3248331"/>
            <a:ext cx="3103076" cy="73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onnector: Curved 21">
            <a:extLst>
              <a:ext uri="{FF2B5EF4-FFF2-40B4-BE49-F238E27FC236}">
                <a16:creationId xmlns:a16="http://schemas.microsoft.com/office/drawing/2014/main" id="{F15A4518-ABF1-F5DC-F9F1-72D2E2A0DB0F}"/>
              </a:ext>
            </a:extLst>
          </p:cNvPr>
          <p:cNvCxnSpPr>
            <a:cxnSpLocks/>
            <a:stCxn id="10" idx="0"/>
            <a:endCxn id="11" idx="0"/>
          </p:cNvCxnSpPr>
          <p:nvPr/>
        </p:nvCxnSpPr>
        <p:spPr>
          <a:xfrm rot="16200000" flipH="1">
            <a:off x="6570328" y="2485178"/>
            <a:ext cx="2" cy="1164972"/>
          </a:xfrm>
          <a:prstGeom prst="curvedConnector3">
            <a:avLst>
              <a:gd name="adj1" fmla="val -11430000000"/>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Connector: Curved 23">
            <a:extLst>
              <a:ext uri="{FF2B5EF4-FFF2-40B4-BE49-F238E27FC236}">
                <a16:creationId xmlns:a16="http://schemas.microsoft.com/office/drawing/2014/main" id="{18E1F0B1-030A-EC55-5308-8C88835B9E82}"/>
              </a:ext>
            </a:extLst>
          </p:cNvPr>
          <p:cNvCxnSpPr>
            <a:cxnSpLocks/>
            <a:stCxn id="10" idx="0"/>
            <a:endCxn id="13" idx="0"/>
          </p:cNvCxnSpPr>
          <p:nvPr/>
        </p:nvCxnSpPr>
        <p:spPr>
          <a:xfrm rot="5400000" flipH="1" flipV="1">
            <a:off x="7716171" y="1307377"/>
            <a:ext cx="31959" cy="3488614"/>
          </a:xfrm>
          <a:prstGeom prst="curvedConnector3">
            <a:avLst>
              <a:gd name="adj1" fmla="val 815291"/>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Oval 26">
            <a:extLst>
              <a:ext uri="{FF2B5EF4-FFF2-40B4-BE49-F238E27FC236}">
                <a16:creationId xmlns:a16="http://schemas.microsoft.com/office/drawing/2014/main" id="{12E2F3E0-E406-BDAC-B055-866EE9A83D14}"/>
              </a:ext>
            </a:extLst>
          </p:cNvPr>
          <p:cNvSpPr/>
          <p:nvPr/>
        </p:nvSpPr>
        <p:spPr>
          <a:xfrm>
            <a:off x="4047204" y="2918337"/>
            <a:ext cx="351656" cy="29865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endParaRPr lang="nb-NO" dirty="0">
              <a:solidFill>
                <a:schemeClr val="tx1"/>
              </a:solidFill>
            </a:endParaRPr>
          </a:p>
        </p:txBody>
      </p:sp>
      <p:sp>
        <p:nvSpPr>
          <p:cNvPr id="28" name="Oval 27">
            <a:extLst>
              <a:ext uri="{FF2B5EF4-FFF2-40B4-BE49-F238E27FC236}">
                <a16:creationId xmlns:a16="http://schemas.microsoft.com/office/drawing/2014/main" id="{D1F63B37-AEF7-42A0-F311-47C3EA09B635}"/>
              </a:ext>
            </a:extLst>
          </p:cNvPr>
          <p:cNvSpPr/>
          <p:nvPr/>
        </p:nvSpPr>
        <p:spPr>
          <a:xfrm>
            <a:off x="6308623" y="2525043"/>
            <a:ext cx="351656" cy="298652"/>
          </a:xfrm>
          <a:prstGeom prst="ellipse">
            <a:avLst/>
          </a:prstGeom>
          <a:solidFill>
            <a:schemeClr val="bg1"/>
          </a:solid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endParaRPr lang="nb-NO" dirty="0">
              <a:solidFill>
                <a:schemeClr val="tx1"/>
              </a:solidFill>
            </a:endParaRPr>
          </a:p>
        </p:txBody>
      </p:sp>
      <p:sp>
        <p:nvSpPr>
          <p:cNvPr id="29" name="Oval 28">
            <a:extLst>
              <a:ext uri="{FF2B5EF4-FFF2-40B4-BE49-F238E27FC236}">
                <a16:creationId xmlns:a16="http://schemas.microsoft.com/office/drawing/2014/main" id="{66CA5804-1887-73B4-5856-0949356A290A}"/>
              </a:ext>
            </a:extLst>
          </p:cNvPr>
          <p:cNvSpPr/>
          <p:nvPr/>
        </p:nvSpPr>
        <p:spPr>
          <a:xfrm>
            <a:off x="7556322" y="2481722"/>
            <a:ext cx="351656" cy="298652"/>
          </a:xfrm>
          <a:prstGeom prst="ellipse">
            <a:avLst/>
          </a:prstGeom>
          <a:solidFill>
            <a:schemeClr val="bg1"/>
          </a:solid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endParaRPr lang="nb-NO" dirty="0">
              <a:solidFill>
                <a:schemeClr val="tx1"/>
              </a:solidFill>
            </a:endParaRPr>
          </a:p>
        </p:txBody>
      </p:sp>
      <p:sp>
        <p:nvSpPr>
          <p:cNvPr id="30" name="Rectangle 29">
            <a:extLst>
              <a:ext uri="{FF2B5EF4-FFF2-40B4-BE49-F238E27FC236}">
                <a16:creationId xmlns:a16="http://schemas.microsoft.com/office/drawing/2014/main" id="{DA485950-16C5-54EB-864A-475D7BEB51A9}"/>
              </a:ext>
            </a:extLst>
          </p:cNvPr>
          <p:cNvSpPr/>
          <p:nvPr/>
        </p:nvSpPr>
        <p:spPr>
          <a:xfrm>
            <a:off x="5204292" y="601287"/>
            <a:ext cx="4232602" cy="2986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Link 1 can be traversed only if, upon reaching node B, at least one of links 2 or 3 is feasible to continue the route.</a:t>
            </a:r>
            <a:endParaRPr lang="nb-NO" sz="1200" b="1" dirty="0">
              <a:solidFill>
                <a:schemeClr val="bg1"/>
              </a:solidFill>
            </a:endParaRPr>
          </a:p>
        </p:txBody>
      </p:sp>
      <p:sp>
        <p:nvSpPr>
          <p:cNvPr id="31" name="Oval 30">
            <a:extLst>
              <a:ext uri="{FF2B5EF4-FFF2-40B4-BE49-F238E27FC236}">
                <a16:creationId xmlns:a16="http://schemas.microsoft.com/office/drawing/2014/main" id="{7405ED94-7483-1D29-81A0-70DAECD34298}"/>
              </a:ext>
            </a:extLst>
          </p:cNvPr>
          <p:cNvSpPr/>
          <p:nvPr/>
        </p:nvSpPr>
        <p:spPr>
          <a:xfrm>
            <a:off x="2353634" y="5210480"/>
            <a:ext cx="369631" cy="36133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a:t>
            </a:r>
            <a:endParaRPr lang="nb-NO" sz="1600" dirty="0">
              <a:solidFill>
                <a:schemeClr val="tx1"/>
              </a:solidFill>
            </a:endParaRPr>
          </a:p>
        </p:txBody>
      </p:sp>
      <p:sp>
        <p:nvSpPr>
          <p:cNvPr id="32" name="Rectangle 31">
            <a:extLst>
              <a:ext uri="{FF2B5EF4-FFF2-40B4-BE49-F238E27FC236}">
                <a16:creationId xmlns:a16="http://schemas.microsoft.com/office/drawing/2014/main" id="{EE95F910-22C1-C283-69A6-CD9AC68B309B}"/>
              </a:ext>
            </a:extLst>
          </p:cNvPr>
          <p:cNvSpPr/>
          <p:nvPr/>
        </p:nvSpPr>
        <p:spPr>
          <a:xfrm>
            <a:off x="4566660" y="5217848"/>
            <a:ext cx="369631" cy="361335"/>
          </a:xfrm>
          <a:prstGeom prst="rect">
            <a:avLst/>
          </a:prstGeom>
          <a:solidFill>
            <a:schemeClr val="bg1"/>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CS</a:t>
            </a:r>
            <a:endParaRPr lang="nb-NO" sz="1100" b="1" dirty="0">
              <a:solidFill>
                <a:schemeClr val="tx1"/>
              </a:solidFill>
            </a:endParaRPr>
          </a:p>
        </p:txBody>
      </p:sp>
      <p:sp>
        <p:nvSpPr>
          <p:cNvPr id="33" name="Rectangle 32">
            <a:extLst>
              <a:ext uri="{FF2B5EF4-FFF2-40B4-BE49-F238E27FC236}">
                <a16:creationId xmlns:a16="http://schemas.microsoft.com/office/drawing/2014/main" id="{D8E2AF7C-7C50-597C-B95B-D3D58BA508F1}"/>
              </a:ext>
            </a:extLst>
          </p:cNvPr>
          <p:cNvSpPr/>
          <p:nvPr/>
        </p:nvSpPr>
        <p:spPr>
          <a:xfrm>
            <a:off x="3505685" y="5217848"/>
            <a:ext cx="369631" cy="361335"/>
          </a:xfrm>
          <a:prstGeom prst="rect">
            <a:avLst/>
          </a:prstGeom>
          <a:solidFill>
            <a:schemeClr val="bg1"/>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CS</a:t>
            </a:r>
            <a:endParaRPr lang="nb-NO" sz="1100" b="1" dirty="0">
              <a:solidFill>
                <a:schemeClr val="tx1"/>
              </a:solidFill>
            </a:endParaRPr>
          </a:p>
        </p:txBody>
      </p:sp>
      <p:sp>
        <p:nvSpPr>
          <p:cNvPr id="34" name="Oval 33">
            <a:extLst>
              <a:ext uri="{FF2B5EF4-FFF2-40B4-BE49-F238E27FC236}">
                <a16:creationId xmlns:a16="http://schemas.microsoft.com/office/drawing/2014/main" id="{50B72AE5-7B1E-7C36-25E4-8C39208E8660}"/>
              </a:ext>
            </a:extLst>
          </p:cNvPr>
          <p:cNvSpPr/>
          <p:nvPr/>
        </p:nvSpPr>
        <p:spPr>
          <a:xfrm>
            <a:off x="5823190" y="5210480"/>
            <a:ext cx="369631" cy="36133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B</a:t>
            </a:r>
            <a:endParaRPr lang="nb-NO" sz="1600" dirty="0">
              <a:solidFill>
                <a:schemeClr val="tx1"/>
              </a:solidFill>
            </a:endParaRPr>
          </a:p>
        </p:txBody>
      </p:sp>
      <p:sp>
        <p:nvSpPr>
          <p:cNvPr id="35" name="Rectangle 34">
            <a:extLst>
              <a:ext uri="{FF2B5EF4-FFF2-40B4-BE49-F238E27FC236}">
                <a16:creationId xmlns:a16="http://schemas.microsoft.com/office/drawing/2014/main" id="{AEC298FF-BE52-4613-51A7-7B7C22C7929D}"/>
              </a:ext>
            </a:extLst>
          </p:cNvPr>
          <p:cNvSpPr/>
          <p:nvPr/>
        </p:nvSpPr>
        <p:spPr>
          <a:xfrm>
            <a:off x="6988162" y="5210482"/>
            <a:ext cx="369631" cy="3613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CS</a:t>
            </a:r>
            <a:endParaRPr lang="nb-NO" sz="1100" b="1" dirty="0">
              <a:solidFill>
                <a:schemeClr val="tx1"/>
              </a:solidFill>
            </a:endParaRPr>
          </a:p>
        </p:txBody>
      </p:sp>
      <p:sp>
        <p:nvSpPr>
          <p:cNvPr id="36" name="Rectangle 35">
            <a:extLst>
              <a:ext uri="{FF2B5EF4-FFF2-40B4-BE49-F238E27FC236}">
                <a16:creationId xmlns:a16="http://schemas.microsoft.com/office/drawing/2014/main" id="{B1BE8643-9CBF-B684-2176-A3DCABF85567}"/>
              </a:ext>
            </a:extLst>
          </p:cNvPr>
          <p:cNvSpPr/>
          <p:nvPr/>
        </p:nvSpPr>
        <p:spPr>
          <a:xfrm>
            <a:off x="8146832" y="5210481"/>
            <a:ext cx="369631" cy="3613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CS</a:t>
            </a:r>
            <a:endParaRPr lang="nb-NO" sz="1100" b="1" dirty="0">
              <a:solidFill>
                <a:schemeClr val="tx1"/>
              </a:solidFill>
            </a:endParaRPr>
          </a:p>
        </p:txBody>
      </p:sp>
      <p:sp>
        <p:nvSpPr>
          <p:cNvPr id="37" name="Oval 36">
            <a:extLst>
              <a:ext uri="{FF2B5EF4-FFF2-40B4-BE49-F238E27FC236}">
                <a16:creationId xmlns:a16="http://schemas.microsoft.com/office/drawing/2014/main" id="{A45F0BF1-9DBD-4978-93B8-3E6AB0D6D252}"/>
              </a:ext>
            </a:extLst>
          </p:cNvPr>
          <p:cNvSpPr/>
          <p:nvPr/>
        </p:nvSpPr>
        <p:spPr>
          <a:xfrm>
            <a:off x="9311804" y="5178521"/>
            <a:ext cx="369631" cy="36133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a:t>
            </a:r>
            <a:endParaRPr lang="nb-NO" sz="1600" dirty="0">
              <a:solidFill>
                <a:schemeClr val="tx1"/>
              </a:solidFill>
            </a:endParaRPr>
          </a:p>
        </p:txBody>
      </p:sp>
      <p:cxnSp>
        <p:nvCxnSpPr>
          <p:cNvPr id="38" name="Straight Arrow Connector 37">
            <a:extLst>
              <a:ext uri="{FF2B5EF4-FFF2-40B4-BE49-F238E27FC236}">
                <a16:creationId xmlns:a16="http://schemas.microsoft.com/office/drawing/2014/main" id="{6BF13E95-59C3-3E94-5D50-9F64785D902D}"/>
              </a:ext>
            </a:extLst>
          </p:cNvPr>
          <p:cNvCxnSpPr>
            <a:cxnSpLocks/>
            <a:endCxn id="32" idx="1"/>
          </p:cNvCxnSpPr>
          <p:nvPr/>
        </p:nvCxnSpPr>
        <p:spPr>
          <a:xfrm flipV="1">
            <a:off x="2720114" y="5398516"/>
            <a:ext cx="1846546"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Connector: Curved 38">
            <a:extLst>
              <a:ext uri="{FF2B5EF4-FFF2-40B4-BE49-F238E27FC236}">
                <a16:creationId xmlns:a16="http://schemas.microsoft.com/office/drawing/2014/main" id="{28BF574C-0E5E-1F83-A248-ED2CD7B656BA}"/>
              </a:ext>
            </a:extLst>
          </p:cNvPr>
          <p:cNvCxnSpPr>
            <a:cxnSpLocks/>
            <a:stCxn id="34" idx="0"/>
            <a:endCxn id="35" idx="0"/>
          </p:cNvCxnSpPr>
          <p:nvPr/>
        </p:nvCxnSpPr>
        <p:spPr>
          <a:xfrm rot="16200000" flipH="1">
            <a:off x="6590491" y="4627995"/>
            <a:ext cx="2" cy="1164972"/>
          </a:xfrm>
          <a:prstGeom prst="curvedConnector3">
            <a:avLst>
              <a:gd name="adj1" fmla="val -11430000000"/>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Connector: Curved 39">
            <a:extLst>
              <a:ext uri="{FF2B5EF4-FFF2-40B4-BE49-F238E27FC236}">
                <a16:creationId xmlns:a16="http://schemas.microsoft.com/office/drawing/2014/main" id="{97A04BEC-6A04-08B7-7F18-129C61DA14F8}"/>
              </a:ext>
            </a:extLst>
          </p:cNvPr>
          <p:cNvCxnSpPr>
            <a:cxnSpLocks/>
            <a:stCxn id="34" idx="0"/>
            <a:endCxn id="37" idx="0"/>
          </p:cNvCxnSpPr>
          <p:nvPr/>
        </p:nvCxnSpPr>
        <p:spPr>
          <a:xfrm rot="5400000" flipH="1" flipV="1">
            <a:off x="7736334" y="3450194"/>
            <a:ext cx="31959" cy="3488614"/>
          </a:xfrm>
          <a:prstGeom prst="curvedConnector3">
            <a:avLst>
              <a:gd name="adj1" fmla="val 815291"/>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1" name="Oval 40">
            <a:extLst>
              <a:ext uri="{FF2B5EF4-FFF2-40B4-BE49-F238E27FC236}">
                <a16:creationId xmlns:a16="http://schemas.microsoft.com/office/drawing/2014/main" id="{D8C9DFE8-DBBA-882E-1EAF-D7E68CE8F4EB}"/>
              </a:ext>
            </a:extLst>
          </p:cNvPr>
          <p:cNvSpPr/>
          <p:nvPr/>
        </p:nvSpPr>
        <p:spPr>
          <a:xfrm>
            <a:off x="4067367" y="5061154"/>
            <a:ext cx="351656" cy="29865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endParaRPr lang="nb-NO" dirty="0">
              <a:solidFill>
                <a:schemeClr val="tx1"/>
              </a:solidFill>
            </a:endParaRPr>
          </a:p>
        </p:txBody>
      </p:sp>
      <p:sp>
        <p:nvSpPr>
          <p:cNvPr id="42" name="Oval 41">
            <a:extLst>
              <a:ext uri="{FF2B5EF4-FFF2-40B4-BE49-F238E27FC236}">
                <a16:creationId xmlns:a16="http://schemas.microsoft.com/office/drawing/2014/main" id="{F625833F-AA5F-1500-AC25-9C115FBB9968}"/>
              </a:ext>
            </a:extLst>
          </p:cNvPr>
          <p:cNvSpPr/>
          <p:nvPr/>
        </p:nvSpPr>
        <p:spPr>
          <a:xfrm>
            <a:off x="6328786" y="4667860"/>
            <a:ext cx="351656" cy="298652"/>
          </a:xfrm>
          <a:prstGeom prst="ellipse">
            <a:avLst/>
          </a:prstGeom>
          <a:solidFill>
            <a:schemeClr val="bg1"/>
          </a:solid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endParaRPr lang="nb-NO" dirty="0">
              <a:solidFill>
                <a:schemeClr val="tx1"/>
              </a:solidFill>
            </a:endParaRPr>
          </a:p>
        </p:txBody>
      </p:sp>
      <p:sp>
        <p:nvSpPr>
          <p:cNvPr id="43" name="Oval 42">
            <a:extLst>
              <a:ext uri="{FF2B5EF4-FFF2-40B4-BE49-F238E27FC236}">
                <a16:creationId xmlns:a16="http://schemas.microsoft.com/office/drawing/2014/main" id="{F81E0A05-2E72-B58C-19A4-BDE0E724E0DF}"/>
              </a:ext>
            </a:extLst>
          </p:cNvPr>
          <p:cNvSpPr/>
          <p:nvPr/>
        </p:nvSpPr>
        <p:spPr>
          <a:xfrm>
            <a:off x="7576485" y="4624539"/>
            <a:ext cx="351656" cy="298652"/>
          </a:xfrm>
          <a:prstGeom prst="ellipse">
            <a:avLst/>
          </a:prstGeom>
          <a:solidFill>
            <a:schemeClr val="bg1"/>
          </a:solid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endParaRPr lang="nb-NO" dirty="0">
              <a:solidFill>
                <a:schemeClr val="tx1"/>
              </a:solidFill>
            </a:endParaRPr>
          </a:p>
        </p:txBody>
      </p:sp>
      <p:sp>
        <p:nvSpPr>
          <p:cNvPr id="44" name="Rectangle 43">
            <a:extLst>
              <a:ext uri="{FF2B5EF4-FFF2-40B4-BE49-F238E27FC236}">
                <a16:creationId xmlns:a16="http://schemas.microsoft.com/office/drawing/2014/main" id="{92CE1E71-3C41-D109-97F4-3D8D0087EABC}"/>
              </a:ext>
            </a:extLst>
          </p:cNvPr>
          <p:cNvSpPr/>
          <p:nvPr/>
        </p:nvSpPr>
        <p:spPr>
          <a:xfrm>
            <a:off x="2979931" y="4301912"/>
            <a:ext cx="6101200" cy="2986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In the case where link 2 is not feasible after reaching node B, the traversal of arc 1 (A→B) requires recharging at the farthest available charging station along the way before proceeding to B.</a:t>
            </a:r>
            <a:endParaRPr lang="nb-NO" sz="1200" b="1" dirty="0">
              <a:solidFill>
                <a:schemeClr val="bg1"/>
              </a:solidFill>
            </a:endParaRPr>
          </a:p>
        </p:txBody>
      </p:sp>
      <p:cxnSp>
        <p:nvCxnSpPr>
          <p:cNvPr id="46" name="Straight Arrow Connector 45">
            <a:extLst>
              <a:ext uri="{FF2B5EF4-FFF2-40B4-BE49-F238E27FC236}">
                <a16:creationId xmlns:a16="http://schemas.microsoft.com/office/drawing/2014/main" id="{ACD65584-C7C2-C771-C1EC-083296D46B46}"/>
              </a:ext>
            </a:extLst>
          </p:cNvPr>
          <p:cNvCxnSpPr>
            <a:cxnSpLocks/>
            <a:endCxn id="34" idx="2"/>
          </p:cNvCxnSpPr>
          <p:nvPr/>
        </p:nvCxnSpPr>
        <p:spPr>
          <a:xfrm flipV="1">
            <a:off x="4946644" y="5391148"/>
            <a:ext cx="876546" cy="73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itle 1">
            <a:extLst>
              <a:ext uri="{FF2B5EF4-FFF2-40B4-BE49-F238E27FC236}">
                <a16:creationId xmlns:a16="http://schemas.microsoft.com/office/drawing/2014/main" id="{5823EB2C-378E-B59B-EF34-7AD15F37F457}"/>
              </a:ext>
            </a:extLst>
          </p:cNvPr>
          <p:cNvSpPr>
            <a:spLocks noGrp="1"/>
          </p:cNvSpPr>
          <p:nvPr>
            <p:ph type="title"/>
          </p:nvPr>
        </p:nvSpPr>
        <p:spPr>
          <a:xfrm>
            <a:off x="1422642" y="306404"/>
            <a:ext cx="10515600" cy="1325563"/>
          </a:xfrm>
        </p:spPr>
        <p:txBody>
          <a:bodyPr/>
          <a:lstStyle/>
          <a:p>
            <a:r>
              <a:rPr lang="en-US" dirty="0"/>
              <a:t>Greedy Scheduler</a:t>
            </a:r>
            <a:endParaRPr lang="nb-NO" dirty="0"/>
          </a:p>
        </p:txBody>
      </p:sp>
    </p:spTree>
    <p:extLst>
      <p:ext uri="{BB962C8B-B14F-4D97-AF65-F5344CB8AC3E}">
        <p14:creationId xmlns:p14="http://schemas.microsoft.com/office/powerpoint/2010/main" val="2395493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689A3-FB6B-A94E-DC03-414569FAA0B5}"/>
              </a:ext>
            </a:extLst>
          </p:cNvPr>
          <p:cNvSpPr>
            <a:spLocks noGrp="1"/>
          </p:cNvSpPr>
          <p:nvPr>
            <p:ph type="title"/>
          </p:nvPr>
        </p:nvSpPr>
        <p:spPr/>
        <p:txBody>
          <a:bodyPr/>
          <a:lstStyle/>
          <a:p>
            <a:r>
              <a:rPr lang="en-US" dirty="0"/>
              <a:t>Computational Result Section: Outline</a:t>
            </a:r>
            <a:endParaRPr lang="nb-NO" dirty="0"/>
          </a:p>
        </p:txBody>
      </p:sp>
      <p:sp>
        <p:nvSpPr>
          <p:cNvPr id="3" name="Content Placeholder 2">
            <a:extLst>
              <a:ext uri="{FF2B5EF4-FFF2-40B4-BE49-F238E27FC236}">
                <a16:creationId xmlns:a16="http://schemas.microsoft.com/office/drawing/2014/main" id="{F2696F94-5EE0-9AAC-D168-E2D981B8A3DF}"/>
              </a:ext>
            </a:extLst>
          </p:cNvPr>
          <p:cNvSpPr>
            <a:spLocks noGrp="1"/>
          </p:cNvSpPr>
          <p:nvPr>
            <p:ph idx="1"/>
          </p:nvPr>
        </p:nvSpPr>
        <p:spPr/>
        <p:txBody>
          <a:bodyPr>
            <a:normAutofit/>
          </a:bodyPr>
          <a:lstStyle/>
          <a:p>
            <a:pPr marL="0" indent="0">
              <a:buNone/>
            </a:pPr>
            <a:r>
              <a:rPr lang="en-US" b="1" dirty="0"/>
              <a:t>1. Performance Analysis</a:t>
            </a:r>
          </a:p>
          <a:p>
            <a:pPr lvl="1"/>
            <a:r>
              <a:rPr lang="en-US" sz="1600" b="1" dirty="0"/>
              <a:t>Figure 1: Route Completion Times</a:t>
            </a:r>
            <a:br>
              <a:rPr lang="en-US" sz="1600" dirty="0"/>
            </a:br>
            <a:r>
              <a:rPr lang="en-US" sz="1600" i="1" dirty="0"/>
              <a:t>Analysis:</a:t>
            </a:r>
            <a:r>
              <a:rPr lang="en-US" sz="1600" dirty="0"/>
              <a:t> Distribution of total schedule completion times → shows algorithm consistently delivers feasible schedules with variation across instances.</a:t>
            </a:r>
          </a:p>
          <a:p>
            <a:pPr lvl="1"/>
            <a:endParaRPr lang="en-US" sz="1600" dirty="0"/>
          </a:p>
          <a:p>
            <a:pPr lvl="1"/>
            <a:r>
              <a:rPr lang="en-US" sz="1600" b="1" dirty="0"/>
              <a:t>Figure 2: Compute Times</a:t>
            </a:r>
            <a:br>
              <a:rPr lang="en-US" sz="1600" dirty="0"/>
            </a:br>
            <a:r>
              <a:rPr lang="en-US" sz="1600" i="1" dirty="0"/>
              <a:t>Analysis:</a:t>
            </a:r>
            <a:r>
              <a:rPr lang="en-US" sz="1600" dirty="0"/>
              <a:t> Runtime distributions → majority of runs efficient, but occasional outliers highlight computational trade-offs.</a:t>
            </a:r>
          </a:p>
          <a:p>
            <a:pPr lvl="1"/>
            <a:endParaRPr lang="en-US" sz="1600" dirty="0"/>
          </a:p>
          <a:p>
            <a:pPr lvl="1"/>
            <a:r>
              <a:rPr lang="en-US" sz="1600" b="1" dirty="0"/>
              <a:t>Figure 3: Label Counts</a:t>
            </a:r>
            <a:br>
              <a:rPr lang="en-US" sz="1600" dirty="0"/>
            </a:br>
            <a:r>
              <a:rPr lang="en-US" sz="1600" i="1" dirty="0"/>
              <a:t>Analysis:</a:t>
            </a:r>
            <a:r>
              <a:rPr lang="en-US" sz="1600" dirty="0"/>
              <a:t> Number of labels generated vs pruned → dominance checks highly effective in pruning, controlling exponential growth.</a:t>
            </a:r>
          </a:p>
        </p:txBody>
      </p:sp>
    </p:spTree>
    <p:extLst>
      <p:ext uri="{BB962C8B-B14F-4D97-AF65-F5344CB8AC3E}">
        <p14:creationId xmlns:p14="http://schemas.microsoft.com/office/powerpoint/2010/main" val="3466298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50A62-D786-9F68-B454-137605CC8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3BE20-F468-1A09-AA15-881D7A72E7C0}"/>
              </a:ext>
            </a:extLst>
          </p:cNvPr>
          <p:cNvSpPr>
            <a:spLocks noGrp="1"/>
          </p:cNvSpPr>
          <p:nvPr>
            <p:ph type="title"/>
          </p:nvPr>
        </p:nvSpPr>
        <p:spPr/>
        <p:txBody>
          <a:bodyPr/>
          <a:lstStyle/>
          <a:p>
            <a:r>
              <a:rPr lang="en-US" dirty="0"/>
              <a:t>Computational Result Section: Outline</a:t>
            </a:r>
            <a:endParaRPr lang="nb-NO" dirty="0"/>
          </a:p>
        </p:txBody>
      </p:sp>
      <p:sp>
        <p:nvSpPr>
          <p:cNvPr id="3" name="Content Placeholder 2">
            <a:extLst>
              <a:ext uri="{FF2B5EF4-FFF2-40B4-BE49-F238E27FC236}">
                <a16:creationId xmlns:a16="http://schemas.microsoft.com/office/drawing/2014/main" id="{EC16594B-F933-ECAA-AF06-07A35A65B337}"/>
              </a:ext>
            </a:extLst>
          </p:cNvPr>
          <p:cNvSpPr>
            <a:spLocks noGrp="1"/>
          </p:cNvSpPr>
          <p:nvPr>
            <p:ph idx="1"/>
          </p:nvPr>
        </p:nvSpPr>
        <p:spPr/>
        <p:txBody>
          <a:bodyPr>
            <a:normAutofit/>
          </a:bodyPr>
          <a:lstStyle/>
          <a:p>
            <a:pPr marL="0" indent="0">
              <a:buNone/>
            </a:pPr>
            <a:r>
              <a:rPr lang="nb-NO" b="1" dirty="0"/>
              <a:t>2. </a:t>
            </a:r>
            <a:r>
              <a:rPr lang="nb-NO" b="1" dirty="0" err="1"/>
              <a:t>Synchronization</a:t>
            </a:r>
            <a:r>
              <a:rPr lang="nb-NO" b="1" dirty="0"/>
              <a:t> </a:t>
            </a:r>
            <a:r>
              <a:rPr lang="nb-NO" b="1" dirty="0" err="1"/>
              <a:t>Effect</a:t>
            </a:r>
            <a:endParaRPr lang="nb-NO" b="1" dirty="0"/>
          </a:p>
          <a:p>
            <a:pPr lvl="1"/>
            <a:r>
              <a:rPr lang="nb-NO" sz="1800" b="1" dirty="0" err="1"/>
              <a:t>Figure</a:t>
            </a:r>
            <a:r>
              <a:rPr lang="nb-NO" sz="1800" b="1" dirty="0"/>
              <a:t> 4: </a:t>
            </a:r>
            <a:r>
              <a:rPr lang="nb-NO" sz="1800" b="1" dirty="0" err="1"/>
              <a:t>Paired</a:t>
            </a:r>
            <a:r>
              <a:rPr lang="nb-NO" sz="1800" b="1" dirty="0"/>
              <a:t> </a:t>
            </a:r>
            <a:r>
              <a:rPr lang="nb-NO" sz="1800" b="1" dirty="0" err="1"/>
              <a:t>Slope</a:t>
            </a:r>
            <a:r>
              <a:rPr lang="nb-NO" sz="1800" b="1" dirty="0"/>
              <a:t> </a:t>
            </a:r>
            <a:r>
              <a:rPr lang="nb-NO" sz="1800" b="1" dirty="0" err="1"/>
              <a:t>Comparisons</a:t>
            </a:r>
            <a:r>
              <a:rPr lang="nb-NO" sz="1800" b="1" dirty="0"/>
              <a:t> (</a:t>
            </a:r>
            <a:r>
              <a:rPr lang="nb-NO" sz="1800" b="1" dirty="0" err="1"/>
              <a:t>Greedy</a:t>
            </a:r>
            <a:r>
              <a:rPr lang="nb-NO" sz="1800" b="1" dirty="0"/>
              <a:t> </a:t>
            </a:r>
            <a:r>
              <a:rPr lang="nb-NO" sz="1800" b="1" dirty="0" err="1"/>
              <a:t>vs</a:t>
            </a:r>
            <a:r>
              <a:rPr lang="nb-NO" sz="1800" b="1" dirty="0"/>
              <a:t> </a:t>
            </a:r>
            <a:r>
              <a:rPr lang="nb-NO" sz="1800" b="1" dirty="0" err="1"/>
              <a:t>Labeling</a:t>
            </a:r>
            <a:r>
              <a:rPr lang="nb-NO" sz="1800" b="1" dirty="0"/>
              <a:t>)</a:t>
            </a:r>
            <a:br>
              <a:rPr lang="nb-NO" sz="1800" dirty="0"/>
            </a:br>
            <a:r>
              <a:rPr lang="nb-NO" sz="1800" i="1" dirty="0"/>
              <a:t>Analysis:</a:t>
            </a:r>
            <a:r>
              <a:rPr lang="nb-NO" sz="1800" dirty="0"/>
              <a:t> All </a:t>
            </a:r>
            <a:r>
              <a:rPr lang="nb-NO" sz="1800" dirty="0" err="1"/>
              <a:t>slopes</a:t>
            </a:r>
            <a:r>
              <a:rPr lang="nb-NO" sz="1800" dirty="0"/>
              <a:t> </a:t>
            </a:r>
            <a:r>
              <a:rPr lang="nb-NO" sz="1800" dirty="0" err="1"/>
              <a:t>below</a:t>
            </a:r>
            <a:r>
              <a:rPr lang="nb-NO" sz="1800" dirty="0"/>
              <a:t> diagonal → </a:t>
            </a:r>
            <a:r>
              <a:rPr lang="nb-NO" sz="1800" dirty="0" err="1"/>
              <a:t>labeling</a:t>
            </a:r>
            <a:r>
              <a:rPr lang="nb-NO" sz="1800" dirty="0"/>
              <a:t> </a:t>
            </a:r>
            <a:r>
              <a:rPr lang="nb-NO" sz="1800" dirty="0" err="1"/>
              <a:t>always</a:t>
            </a:r>
            <a:r>
              <a:rPr lang="nb-NO" sz="1800" dirty="0"/>
              <a:t> </a:t>
            </a:r>
            <a:r>
              <a:rPr lang="nb-NO" sz="1800" dirty="0" err="1"/>
              <a:t>outperforms</a:t>
            </a:r>
            <a:r>
              <a:rPr lang="nb-NO" sz="1800" dirty="0"/>
              <a:t> </a:t>
            </a:r>
            <a:r>
              <a:rPr lang="nb-NO" sz="1800" dirty="0" err="1"/>
              <a:t>greedy</a:t>
            </a:r>
            <a:r>
              <a:rPr lang="nb-NO" sz="1800" dirty="0"/>
              <a:t> baseline.</a:t>
            </a:r>
          </a:p>
          <a:p>
            <a:pPr lvl="1"/>
            <a:endParaRPr lang="nb-NO" sz="1800" dirty="0"/>
          </a:p>
          <a:p>
            <a:pPr lvl="1"/>
            <a:r>
              <a:rPr lang="nb-NO" sz="1800" b="1" dirty="0" err="1"/>
              <a:t>Figure</a:t>
            </a:r>
            <a:r>
              <a:rPr lang="nb-NO" sz="1800" b="1" dirty="0"/>
              <a:t> 5: </a:t>
            </a:r>
            <a:r>
              <a:rPr lang="nb-NO" sz="1800" b="1" dirty="0" err="1"/>
              <a:t>Improvement</a:t>
            </a:r>
            <a:r>
              <a:rPr lang="nb-NO" sz="1800" b="1" dirty="0"/>
              <a:t> </a:t>
            </a:r>
            <a:r>
              <a:rPr lang="nb-NO" sz="1800" b="1" dirty="0" err="1"/>
              <a:t>Boxplot</a:t>
            </a:r>
            <a:br>
              <a:rPr lang="nb-NO" sz="1800" dirty="0"/>
            </a:br>
            <a:r>
              <a:rPr lang="nb-NO" sz="1800" i="1" dirty="0"/>
              <a:t>Analysis:</a:t>
            </a:r>
            <a:r>
              <a:rPr lang="nb-NO" sz="1800" dirty="0"/>
              <a:t> </a:t>
            </a:r>
            <a:r>
              <a:rPr lang="nb-NO" sz="1800" dirty="0" err="1"/>
              <a:t>Percentage</a:t>
            </a:r>
            <a:r>
              <a:rPr lang="nb-NO" sz="1800" dirty="0"/>
              <a:t> </a:t>
            </a:r>
            <a:r>
              <a:rPr lang="nb-NO" sz="1800" dirty="0" err="1"/>
              <a:t>reduction</a:t>
            </a:r>
            <a:r>
              <a:rPr lang="nb-NO" sz="1800" dirty="0"/>
              <a:t> in </a:t>
            </a:r>
            <a:r>
              <a:rPr lang="nb-NO" sz="1800" dirty="0" err="1"/>
              <a:t>completion</a:t>
            </a:r>
            <a:r>
              <a:rPr lang="nb-NO" sz="1800" dirty="0"/>
              <a:t> times → </a:t>
            </a:r>
            <a:r>
              <a:rPr lang="nb-NO" sz="1800" dirty="0" err="1"/>
              <a:t>quantifies</a:t>
            </a:r>
            <a:r>
              <a:rPr lang="nb-NO" sz="1800" dirty="0"/>
              <a:t> </a:t>
            </a:r>
            <a:r>
              <a:rPr lang="nb-NO" sz="1800" dirty="0" err="1"/>
              <a:t>average</a:t>
            </a:r>
            <a:r>
              <a:rPr lang="nb-NO" sz="1800" dirty="0"/>
              <a:t> </a:t>
            </a:r>
            <a:r>
              <a:rPr lang="nb-NO" sz="1800" dirty="0" err="1"/>
              <a:t>gains</a:t>
            </a:r>
            <a:r>
              <a:rPr lang="nb-NO" sz="1800" dirty="0"/>
              <a:t> (</a:t>
            </a:r>
            <a:r>
              <a:rPr lang="nb-NO" sz="1800" dirty="0" err="1"/>
              <a:t>how</a:t>
            </a:r>
            <a:r>
              <a:rPr lang="nb-NO" sz="1800" dirty="0"/>
              <a:t> </a:t>
            </a:r>
            <a:r>
              <a:rPr lang="nb-NO" sz="1800" dirty="0" err="1"/>
              <a:t>much</a:t>
            </a:r>
            <a:r>
              <a:rPr lang="nb-NO" sz="1800" dirty="0"/>
              <a:t> </a:t>
            </a:r>
            <a:r>
              <a:rPr lang="nb-NO" sz="1800" dirty="0" err="1"/>
              <a:t>better</a:t>
            </a:r>
            <a:r>
              <a:rPr lang="nb-NO" sz="1800" dirty="0"/>
              <a:t> </a:t>
            </a:r>
            <a:r>
              <a:rPr lang="nb-NO" sz="1800" dirty="0" err="1"/>
              <a:t>labeling</a:t>
            </a:r>
            <a:r>
              <a:rPr lang="nb-NO" sz="1800" dirty="0"/>
              <a:t> is).</a:t>
            </a:r>
          </a:p>
          <a:p>
            <a:pPr lvl="1"/>
            <a:endParaRPr lang="nb-NO" sz="1800" dirty="0"/>
          </a:p>
          <a:p>
            <a:pPr lvl="1"/>
            <a:r>
              <a:rPr lang="nb-NO" sz="1800" b="1" dirty="0" err="1"/>
              <a:t>Figure</a:t>
            </a:r>
            <a:r>
              <a:rPr lang="nb-NO" sz="1800" b="1" dirty="0"/>
              <a:t> 6: Schedule </a:t>
            </a:r>
            <a:r>
              <a:rPr lang="nb-NO" sz="1800" b="1" dirty="0" err="1"/>
              <a:t>Structure</a:t>
            </a:r>
            <a:r>
              <a:rPr lang="nb-NO" sz="1800" b="1" dirty="0"/>
              <a:t> (</a:t>
            </a:r>
            <a:r>
              <a:rPr lang="nb-NO" sz="1800" b="1" dirty="0" err="1"/>
              <a:t>Mean</a:t>
            </a:r>
            <a:r>
              <a:rPr lang="nb-NO" sz="1800" b="1" dirty="0"/>
              <a:t> Counts)</a:t>
            </a:r>
            <a:br>
              <a:rPr lang="nb-NO" sz="1800" dirty="0"/>
            </a:br>
            <a:r>
              <a:rPr lang="nb-NO" sz="1800" i="1" dirty="0"/>
              <a:t>Analysis:</a:t>
            </a:r>
            <a:r>
              <a:rPr lang="nb-NO" sz="1800" dirty="0"/>
              <a:t> </a:t>
            </a:r>
            <a:r>
              <a:rPr lang="nb-NO" sz="1800" dirty="0" err="1"/>
              <a:t>Labeling</a:t>
            </a:r>
            <a:r>
              <a:rPr lang="nb-NO" sz="1800" dirty="0"/>
              <a:t> → more </a:t>
            </a:r>
            <a:r>
              <a:rPr lang="nb-NO" sz="1800" dirty="0" err="1"/>
              <a:t>synchronized</a:t>
            </a:r>
            <a:r>
              <a:rPr lang="nb-NO" sz="1800" dirty="0"/>
              <a:t> </a:t>
            </a:r>
            <a:r>
              <a:rPr lang="nb-NO" sz="1800" dirty="0" err="1"/>
              <a:t>events</a:t>
            </a:r>
            <a:r>
              <a:rPr lang="nb-NO" sz="1800" dirty="0"/>
              <a:t>, </a:t>
            </a:r>
            <a:r>
              <a:rPr lang="nb-NO" sz="1800" dirty="0" err="1"/>
              <a:t>fewer</a:t>
            </a:r>
            <a:r>
              <a:rPr lang="nb-NO" sz="1800" dirty="0"/>
              <a:t> </a:t>
            </a:r>
            <a:r>
              <a:rPr lang="nb-NO" sz="1800" dirty="0" err="1"/>
              <a:t>charging</a:t>
            </a:r>
            <a:r>
              <a:rPr lang="nb-NO" sz="1800" dirty="0"/>
              <a:t> </a:t>
            </a:r>
            <a:r>
              <a:rPr lang="nb-NO" sz="1800" dirty="0" err="1"/>
              <a:t>stops</a:t>
            </a:r>
            <a:r>
              <a:rPr lang="nb-NO" sz="1800" dirty="0"/>
              <a:t>; </a:t>
            </a:r>
            <a:r>
              <a:rPr lang="nb-NO" sz="1800" dirty="0" err="1"/>
              <a:t>confirms</a:t>
            </a:r>
            <a:r>
              <a:rPr lang="nb-NO" sz="1800" dirty="0"/>
              <a:t> </a:t>
            </a:r>
            <a:r>
              <a:rPr lang="nb-NO" sz="1800" dirty="0" err="1"/>
              <a:t>structural</a:t>
            </a:r>
            <a:r>
              <a:rPr lang="nb-NO" sz="1800" dirty="0"/>
              <a:t> </a:t>
            </a:r>
            <a:r>
              <a:rPr lang="nb-NO" sz="1800" dirty="0" err="1"/>
              <a:t>efficiency</a:t>
            </a:r>
            <a:r>
              <a:rPr lang="nb-NO" sz="1800" dirty="0"/>
              <a:t>.</a:t>
            </a:r>
          </a:p>
        </p:txBody>
      </p:sp>
    </p:spTree>
    <p:extLst>
      <p:ext uri="{BB962C8B-B14F-4D97-AF65-F5344CB8AC3E}">
        <p14:creationId xmlns:p14="http://schemas.microsoft.com/office/powerpoint/2010/main" val="3059416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6DD31-6339-66B6-1E06-A0A9426D1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C6406-6054-D912-70BD-D9B09F1366D9}"/>
              </a:ext>
            </a:extLst>
          </p:cNvPr>
          <p:cNvSpPr>
            <a:spLocks noGrp="1"/>
          </p:cNvSpPr>
          <p:nvPr>
            <p:ph type="title"/>
          </p:nvPr>
        </p:nvSpPr>
        <p:spPr/>
        <p:txBody>
          <a:bodyPr/>
          <a:lstStyle/>
          <a:p>
            <a:r>
              <a:rPr lang="en-US" dirty="0"/>
              <a:t>Computational Result Section: Outline</a:t>
            </a:r>
            <a:endParaRPr lang="nb-NO" dirty="0"/>
          </a:p>
        </p:txBody>
      </p:sp>
      <p:sp>
        <p:nvSpPr>
          <p:cNvPr id="3" name="Content Placeholder 2">
            <a:extLst>
              <a:ext uri="{FF2B5EF4-FFF2-40B4-BE49-F238E27FC236}">
                <a16:creationId xmlns:a16="http://schemas.microsoft.com/office/drawing/2014/main" id="{6D189FF0-AE52-D9FF-7B65-CA16FA79FD9E}"/>
              </a:ext>
            </a:extLst>
          </p:cNvPr>
          <p:cNvSpPr>
            <a:spLocks noGrp="1"/>
          </p:cNvSpPr>
          <p:nvPr>
            <p:ph idx="1"/>
          </p:nvPr>
        </p:nvSpPr>
        <p:spPr/>
        <p:txBody>
          <a:bodyPr>
            <a:normAutofit fontScale="85000" lnSpcReduction="10000"/>
          </a:bodyPr>
          <a:lstStyle/>
          <a:p>
            <a:pPr marL="0" indent="0">
              <a:buNone/>
            </a:pPr>
            <a:r>
              <a:rPr lang="en-US" b="1" dirty="0"/>
              <a:t>3. Sensitivity Analysis</a:t>
            </a:r>
          </a:p>
          <a:p>
            <a:pPr lvl="1"/>
            <a:r>
              <a:rPr lang="en-US" b="1" dirty="0"/>
              <a:t>Main Effects</a:t>
            </a:r>
          </a:p>
          <a:p>
            <a:pPr lvl="2"/>
            <a:r>
              <a:rPr lang="en-US" b="1" dirty="0"/>
              <a:t>Figure 7: Battery Capacity</a:t>
            </a:r>
            <a:br>
              <a:rPr lang="en-US" dirty="0"/>
            </a:br>
            <a:r>
              <a:rPr lang="en-US" i="1" dirty="0"/>
              <a:t>Analysis:</a:t>
            </a:r>
            <a:r>
              <a:rPr lang="en-US" dirty="0"/>
              <a:t> Larger batteries → reduced route times; diminishing returns beyond 500 kWh.</a:t>
            </a:r>
          </a:p>
          <a:p>
            <a:pPr lvl="2"/>
            <a:r>
              <a:rPr lang="en-US" b="1" dirty="0"/>
              <a:t>Figure 8: Consumption Rate</a:t>
            </a:r>
            <a:br>
              <a:rPr lang="en-US" dirty="0"/>
            </a:br>
            <a:r>
              <a:rPr lang="en-US" i="1" dirty="0"/>
              <a:t>Analysis:</a:t>
            </a:r>
            <a:r>
              <a:rPr lang="en-US" dirty="0"/>
              <a:t> Higher consumption → strongest negative impact; increases charging frequency and delays.</a:t>
            </a:r>
          </a:p>
          <a:p>
            <a:pPr lvl="2"/>
            <a:r>
              <a:rPr lang="en-US" b="1" dirty="0"/>
              <a:t>Figure 9: Charging Power</a:t>
            </a:r>
            <a:br>
              <a:rPr lang="en-US" dirty="0"/>
            </a:br>
            <a:r>
              <a:rPr lang="en-US" i="1" dirty="0"/>
              <a:t>Analysis:</a:t>
            </a:r>
            <a:r>
              <a:rPr lang="en-US" dirty="0"/>
              <a:t> Higher power helps, but modest effect (benefits limited by synchronization with breaks).</a:t>
            </a:r>
          </a:p>
          <a:p>
            <a:pPr lvl="2"/>
            <a:r>
              <a:rPr lang="en-US" b="1" dirty="0"/>
              <a:t>Figure 10: Charging Station Interval</a:t>
            </a:r>
            <a:br>
              <a:rPr lang="en-US" dirty="0"/>
            </a:br>
            <a:r>
              <a:rPr lang="en-US" i="1" dirty="0"/>
              <a:t>Analysis:</a:t>
            </a:r>
            <a:r>
              <a:rPr lang="en-US" dirty="0"/>
              <a:t> Minimal influence across 40–100 km → robust schedules regardless of station density.</a:t>
            </a:r>
          </a:p>
          <a:p>
            <a:pPr lvl="1"/>
            <a:r>
              <a:rPr lang="en-US" b="1" dirty="0"/>
              <a:t>Interaction Effects</a:t>
            </a:r>
          </a:p>
          <a:p>
            <a:pPr lvl="2"/>
            <a:r>
              <a:rPr lang="en-US" b="1" dirty="0"/>
              <a:t>Figure 11: Battery × CS Interval</a:t>
            </a:r>
            <a:br>
              <a:rPr lang="en-US" dirty="0"/>
            </a:br>
            <a:r>
              <a:rPr lang="en-US" i="1" dirty="0"/>
              <a:t>Analysis:</a:t>
            </a:r>
            <a:r>
              <a:rPr lang="en-US" dirty="0"/>
              <a:t> Battery dominates; larger batteries offset sparse charging infrastructure.</a:t>
            </a:r>
          </a:p>
          <a:p>
            <a:pPr lvl="2"/>
            <a:r>
              <a:rPr lang="en-US" b="1" dirty="0"/>
              <a:t>Figure 12: CP × Battery</a:t>
            </a:r>
            <a:br>
              <a:rPr lang="en-US" dirty="0"/>
            </a:br>
            <a:r>
              <a:rPr lang="en-US" i="1" dirty="0"/>
              <a:t>Analysis:</a:t>
            </a:r>
            <a:r>
              <a:rPr lang="en-US" dirty="0"/>
              <a:t> Faster charging helps only for small batteries; negligible benefit with large ones.</a:t>
            </a:r>
          </a:p>
        </p:txBody>
      </p:sp>
    </p:spTree>
    <p:extLst>
      <p:ext uri="{BB962C8B-B14F-4D97-AF65-F5344CB8AC3E}">
        <p14:creationId xmlns:p14="http://schemas.microsoft.com/office/powerpoint/2010/main" val="2829060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43F7F-DD43-5C09-FE5F-CCC5D467F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08124-792E-E622-FB0E-6963872DAF4D}"/>
              </a:ext>
            </a:extLst>
          </p:cNvPr>
          <p:cNvSpPr>
            <a:spLocks noGrp="1"/>
          </p:cNvSpPr>
          <p:nvPr>
            <p:ph type="title"/>
          </p:nvPr>
        </p:nvSpPr>
        <p:spPr/>
        <p:txBody>
          <a:bodyPr/>
          <a:lstStyle/>
          <a:p>
            <a:r>
              <a:rPr lang="en-US" dirty="0"/>
              <a:t>Computational Result Section: Outline</a:t>
            </a:r>
            <a:endParaRPr lang="nb-NO" dirty="0"/>
          </a:p>
        </p:txBody>
      </p:sp>
      <p:sp>
        <p:nvSpPr>
          <p:cNvPr id="3" name="Content Placeholder 2">
            <a:extLst>
              <a:ext uri="{FF2B5EF4-FFF2-40B4-BE49-F238E27FC236}">
                <a16:creationId xmlns:a16="http://schemas.microsoft.com/office/drawing/2014/main" id="{2EFB4333-DA0B-3E10-BD2B-C4E46F0C6093}"/>
              </a:ext>
            </a:extLst>
          </p:cNvPr>
          <p:cNvSpPr>
            <a:spLocks noGrp="1"/>
          </p:cNvSpPr>
          <p:nvPr>
            <p:ph idx="1"/>
          </p:nvPr>
        </p:nvSpPr>
        <p:spPr/>
        <p:txBody>
          <a:bodyPr>
            <a:normAutofit/>
          </a:bodyPr>
          <a:lstStyle/>
          <a:p>
            <a:pPr marL="0" indent="0">
              <a:buNone/>
            </a:pPr>
            <a:r>
              <a:rPr lang="nb-NO" b="1" dirty="0"/>
              <a:t>4. Statistical </a:t>
            </a:r>
            <a:r>
              <a:rPr lang="nb-NO" b="1" dirty="0" err="1"/>
              <a:t>Effect</a:t>
            </a:r>
            <a:r>
              <a:rPr lang="nb-NO" b="1" dirty="0"/>
              <a:t> </a:t>
            </a:r>
            <a:r>
              <a:rPr lang="nb-NO" b="1" dirty="0" err="1"/>
              <a:t>Size</a:t>
            </a:r>
            <a:r>
              <a:rPr lang="nb-NO" b="1" dirty="0"/>
              <a:t> Analysis</a:t>
            </a:r>
          </a:p>
          <a:p>
            <a:r>
              <a:rPr lang="nb-NO" b="1" dirty="0" err="1"/>
              <a:t>Table</a:t>
            </a:r>
            <a:r>
              <a:rPr lang="nb-NO" b="1" dirty="0"/>
              <a:t> 1: </a:t>
            </a:r>
            <a:r>
              <a:rPr lang="nb-NO" b="1" dirty="0" err="1"/>
              <a:t>Cliff’s</a:t>
            </a:r>
            <a:r>
              <a:rPr lang="nb-NO" b="1" dirty="0"/>
              <a:t> Delta + Hodges-Lehmann </a:t>
            </a:r>
            <a:r>
              <a:rPr lang="nb-NO" b="1" dirty="0" err="1"/>
              <a:t>Shift</a:t>
            </a:r>
            <a:br>
              <a:rPr lang="nb-NO" dirty="0"/>
            </a:br>
            <a:r>
              <a:rPr lang="nb-NO" i="1" dirty="0"/>
              <a:t>Analysis:</a:t>
            </a:r>
            <a:endParaRPr lang="nb-NO" dirty="0"/>
          </a:p>
          <a:p>
            <a:pPr lvl="1"/>
            <a:r>
              <a:rPr lang="nb-NO" dirty="0"/>
              <a:t>Battery → medium/</a:t>
            </a:r>
            <a:r>
              <a:rPr lang="nb-NO" dirty="0" err="1"/>
              <a:t>large</a:t>
            </a:r>
            <a:r>
              <a:rPr lang="nb-NO" dirty="0"/>
              <a:t> positive </a:t>
            </a:r>
            <a:r>
              <a:rPr lang="nb-NO" dirty="0" err="1"/>
              <a:t>effect</a:t>
            </a:r>
            <a:r>
              <a:rPr lang="nb-NO" dirty="0"/>
              <a:t>. (</a:t>
            </a:r>
            <a:r>
              <a:rPr lang="nb-NO" dirty="0" err="1">
                <a:solidFill>
                  <a:srgbClr val="FF0000"/>
                </a:solidFill>
              </a:rPr>
              <a:t>Vehicle</a:t>
            </a:r>
            <a:r>
              <a:rPr lang="nb-NO" dirty="0">
                <a:solidFill>
                  <a:srgbClr val="FF0000"/>
                </a:solidFill>
              </a:rPr>
              <a:t> Side</a:t>
            </a:r>
            <a:r>
              <a:rPr lang="nb-NO" dirty="0"/>
              <a:t>)</a:t>
            </a:r>
          </a:p>
          <a:p>
            <a:pPr lvl="1"/>
            <a:r>
              <a:rPr lang="nb-NO" dirty="0" err="1"/>
              <a:t>Consumption</a:t>
            </a:r>
            <a:r>
              <a:rPr lang="nb-NO" dirty="0"/>
              <a:t> → </a:t>
            </a:r>
            <a:r>
              <a:rPr lang="nb-NO" dirty="0" err="1"/>
              <a:t>large</a:t>
            </a:r>
            <a:r>
              <a:rPr lang="nb-NO" dirty="0"/>
              <a:t> negative </a:t>
            </a:r>
            <a:r>
              <a:rPr lang="nb-NO" dirty="0" err="1"/>
              <a:t>effect</a:t>
            </a:r>
            <a:r>
              <a:rPr lang="nb-NO" dirty="0"/>
              <a:t>. (</a:t>
            </a:r>
            <a:r>
              <a:rPr lang="nb-NO" dirty="0" err="1">
                <a:solidFill>
                  <a:srgbClr val="FF0000"/>
                </a:solidFill>
              </a:rPr>
              <a:t>Vehicle</a:t>
            </a:r>
            <a:r>
              <a:rPr lang="nb-NO" dirty="0">
                <a:solidFill>
                  <a:srgbClr val="FF0000"/>
                </a:solidFill>
              </a:rPr>
              <a:t> Side</a:t>
            </a:r>
            <a:r>
              <a:rPr lang="nb-NO" dirty="0"/>
              <a:t>)</a:t>
            </a:r>
          </a:p>
          <a:p>
            <a:pPr lvl="1"/>
            <a:r>
              <a:rPr lang="nb-NO" dirty="0"/>
              <a:t>CS </a:t>
            </a:r>
            <a:r>
              <a:rPr lang="nb-NO" dirty="0" err="1"/>
              <a:t>interval</a:t>
            </a:r>
            <a:r>
              <a:rPr lang="nb-NO" dirty="0"/>
              <a:t> → negligible. (</a:t>
            </a:r>
            <a:r>
              <a:rPr lang="nb-NO" dirty="0" err="1">
                <a:solidFill>
                  <a:srgbClr val="FF0000"/>
                </a:solidFill>
              </a:rPr>
              <a:t>Infrastructure</a:t>
            </a:r>
            <a:r>
              <a:rPr lang="nb-NO" dirty="0">
                <a:solidFill>
                  <a:srgbClr val="FF0000"/>
                </a:solidFill>
              </a:rPr>
              <a:t> </a:t>
            </a:r>
            <a:r>
              <a:rPr lang="nb-NO" dirty="0" err="1">
                <a:solidFill>
                  <a:srgbClr val="FF0000"/>
                </a:solidFill>
              </a:rPr>
              <a:t>factors</a:t>
            </a:r>
            <a:r>
              <a:rPr lang="nb-NO" dirty="0"/>
              <a:t>)</a:t>
            </a:r>
          </a:p>
          <a:p>
            <a:pPr lvl="1"/>
            <a:r>
              <a:rPr lang="nb-NO" dirty="0"/>
              <a:t>CP → </a:t>
            </a:r>
            <a:r>
              <a:rPr lang="nb-NO" dirty="0" err="1"/>
              <a:t>small</a:t>
            </a:r>
            <a:r>
              <a:rPr lang="nb-NO" dirty="0"/>
              <a:t> positive </a:t>
            </a:r>
            <a:r>
              <a:rPr lang="nb-NO" dirty="0" err="1"/>
              <a:t>effect</a:t>
            </a:r>
            <a:r>
              <a:rPr lang="nb-NO" dirty="0"/>
              <a:t>. (</a:t>
            </a:r>
            <a:r>
              <a:rPr lang="nb-NO" dirty="0" err="1">
                <a:solidFill>
                  <a:srgbClr val="FF0000"/>
                </a:solidFill>
              </a:rPr>
              <a:t>Infrastructure</a:t>
            </a:r>
            <a:r>
              <a:rPr lang="nb-NO" dirty="0">
                <a:solidFill>
                  <a:srgbClr val="FF0000"/>
                </a:solidFill>
              </a:rPr>
              <a:t> </a:t>
            </a:r>
            <a:r>
              <a:rPr lang="nb-NO" dirty="0" err="1">
                <a:solidFill>
                  <a:srgbClr val="FF0000"/>
                </a:solidFill>
              </a:rPr>
              <a:t>factors</a:t>
            </a:r>
            <a:r>
              <a:rPr lang="nb-NO" dirty="0"/>
              <a:t>)</a:t>
            </a:r>
          </a:p>
          <a:p>
            <a:pPr marL="457200" lvl="1" indent="0">
              <a:buNone/>
            </a:pPr>
            <a:br>
              <a:rPr lang="nb-NO" dirty="0"/>
            </a:br>
            <a:r>
              <a:rPr lang="nb-NO" b="1" dirty="0" err="1">
                <a:solidFill>
                  <a:srgbClr val="FF0000"/>
                </a:solidFill>
              </a:rPr>
              <a:t>Conclusion</a:t>
            </a:r>
            <a:r>
              <a:rPr lang="nb-NO" b="1" dirty="0"/>
              <a:t>:</a:t>
            </a:r>
            <a:r>
              <a:rPr lang="nb-NO" dirty="0"/>
              <a:t> </a:t>
            </a:r>
            <a:r>
              <a:rPr lang="nb-NO" dirty="0" err="1"/>
              <a:t>Vehicle</a:t>
            </a:r>
            <a:r>
              <a:rPr lang="nb-NO" dirty="0"/>
              <a:t>-side </a:t>
            </a:r>
            <a:r>
              <a:rPr lang="nb-NO" dirty="0" err="1"/>
              <a:t>improvements</a:t>
            </a:r>
            <a:r>
              <a:rPr lang="nb-NO" dirty="0"/>
              <a:t> </a:t>
            </a:r>
            <a:r>
              <a:rPr lang="nb-NO" dirty="0" err="1"/>
              <a:t>are</a:t>
            </a:r>
            <a:r>
              <a:rPr lang="nb-NO"/>
              <a:t> more </a:t>
            </a:r>
            <a:r>
              <a:rPr lang="nb-NO" dirty="0" err="1"/>
              <a:t>impactful</a:t>
            </a:r>
            <a:r>
              <a:rPr lang="nb-NO" dirty="0"/>
              <a:t> </a:t>
            </a:r>
            <a:r>
              <a:rPr lang="nb-NO" dirty="0" err="1"/>
              <a:t>than</a:t>
            </a:r>
            <a:r>
              <a:rPr lang="nb-NO" dirty="0"/>
              <a:t> </a:t>
            </a:r>
            <a:r>
              <a:rPr lang="nb-NO" dirty="0" err="1"/>
              <a:t>infrastructure</a:t>
            </a:r>
            <a:r>
              <a:rPr lang="nb-NO" dirty="0"/>
              <a:t> </a:t>
            </a:r>
            <a:r>
              <a:rPr lang="nb-NO" dirty="0" err="1"/>
              <a:t>factors</a:t>
            </a:r>
            <a:r>
              <a:rPr lang="nb-NO" dirty="0"/>
              <a:t>?</a:t>
            </a:r>
          </a:p>
        </p:txBody>
      </p:sp>
    </p:spTree>
    <p:extLst>
      <p:ext uri="{BB962C8B-B14F-4D97-AF65-F5344CB8AC3E}">
        <p14:creationId xmlns:p14="http://schemas.microsoft.com/office/powerpoint/2010/main" val="2000316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1352</Words>
  <Application>Microsoft Office PowerPoint</Application>
  <PresentationFormat>Widescreen</PresentationFormat>
  <Paragraphs>391</Paragraphs>
  <Slides>18</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Greedy Scheduler</vt:lpstr>
      <vt:lpstr>Computational Result Section: Outline</vt:lpstr>
      <vt:lpstr>Computational Result Section: Outline</vt:lpstr>
      <vt:lpstr>Computational Result Section: Outline</vt:lpstr>
      <vt:lpstr>Computational Result Section: Outline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Mostafa Mohammadi</dc:creator>
  <cp:lastModifiedBy>Mostafa Mohammadi</cp:lastModifiedBy>
  <cp:revision>3</cp:revision>
  <dcterms:created xsi:type="dcterms:W3CDTF">2025-01-10T17:07:56Z</dcterms:created>
  <dcterms:modified xsi:type="dcterms:W3CDTF">2026-01-21T09:45:14Z</dcterms:modified>
</cp:coreProperties>
</file>