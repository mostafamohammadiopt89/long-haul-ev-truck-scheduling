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83" r:id="rId2"/>
    <p:sldId id="284" r:id="rId3"/>
    <p:sldId id="272" r:id="rId4"/>
    <p:sldId id="276" r:id="rId5"/>
    <p:sldId id="273" r:id="rId6"/>
    <p:sldId id="274" r:id="rId7"/>
    <p:sldId id="275" r:id="rId8"/>
    <p:sldId id="277" r:id="rId9"/>
    <p:sldId id="278" r:id="rId10"/>
    <p:sldId id="279" r:id="rId11"/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80" r:id="rId21"/>
    <p:sldId id="268" r:id="rId22"/>
    <p:sldId id="265" r:id="rId23"/>
    <p:sldId id="266" r:id="rId24"/>
    <p:sldId id="267" r:id="rId25"/>
    <p:sldId id="269" r:id="rId26"/>
    <p:sldId id="270" r:id="rId27"/>
    <p:sldId id="271" r:id="rId28"/>
    <p:sldId id="285" r:id="rId29"/>
    <p:sldId id="286" r:id="rId30"/>
    <p:sldId id="288" r:id="rId31"/>
    <p:sldId id="287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04FDFE-0CB6-4AFC-9B82-1AF572F054FB}" v="36" dt="2026-02-03T12:06:45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1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tafa Mohammadi" userId="4be62abb-9113-48a5-b812-39f634fab2ab" providerId="ADAL" clId="{1934BB17-6221-4987-81B2-E366797F7194}"/>
    <pc:docChg chg="undo custSel addSld delSld modSld sldOrd">
      <pc:chgData name="Mostafa Mohammadi" userId="4be62abb-9113-48a5-b812-39f634fab2ab" providerId="ADAL" clId="{1934BB17-6221-4987-81B2-E366797F7194}" dt="2026-02-03T12:06:45.891" v="1672"/>
      <pc:docMkLst>
        <pc:docMk/>
      </pc:docMkLst>
      <pc:sldChg chg="delSp modSp mod">
        <pc:chgData name="Mostafa Mohammadi" userId="4be62abb-9113-48a5-b812-39f634fab2ab" providerId="ADAL" clId="{1934BB17-6221-4987-81B2-E366797F7194}" dt="2026-01-21T10:10:06.950" v="35" actId="20577"/>
        <pc:sldMkLst>
          <pc:docMk/>
          <pc:sldMk cId="0" sldId="256"/>
        </pc:sldMkLst>
        <pc:spChg chg="mod">
          <ac:chgData name="Mostafa Mohammadi" userId="4be62abb-9113-48a5-b812-39f634fab2ab" providerId="ADAL" clId="{1934BB17-6221-4987-81B2-E366797F7194}" dt="2026-01-21T10:10:06.950" v="35" actId="20577"/>
          <ac:spMkLst>
            <pc:docMk/>
            <pc:sldMk cId="0" sldId="256"/>
            <ac:spMk id="2" creationId="{00000000-0000-0000-0000-000000000000}"/>
          </ac:spMkLst>
        </pc:spChg>
      </pc:sldChg>
      <pc:sldChg chg="add">
        <pc:chgData name="Mostafa Mohammadi" userId="4be62abb-9113-48a5-b812-39f634fab2ab" providerId="ADAL" clId="{1934BB17-6221-4987-81B2-E366797F7194}" dt="2026-01-21T12:00:02.038" v="488"/>
        <pc:sldMkLst>
          <pc:docMk/>
          <pc:sldMk cId="1141550123" sldId="272"/>
        </pc:sldMkLst>
      </pc:sldChg>
      <pc:sldChg chg="add">
        <pc:chgData name="Mostafa Mohammadi" userId="4be62abb-9113-48a5-b812-39f634fab2ab" providerId="ADAL" clId="{1934BB17-6221-4987-81B2-E366797F7194}" dt="2026-01-21T12:00:02.038" v="488"/>
        <pc:sldMkLst>
          <pc:docMk/>
          <pc:sldMk cId="337438587" sldId="273"/>
        </pc:sldMkLst>
      </pc:sldChg>
      <pc:sldChg chg="add">
        <pc:chgData name="Mostafa Mohammadi" userId="4be62abb-9113-48a5-b812-39f634fab2ab" providerId="ADAL" clId="{1934BB17-6221-4987-81B2-E366797F7194}" dt="2026-01-21T12:00:02.038" v="488"/>
        <pc:sldMkLst>
          <pc:docMk/>
          <pc:sldMk cId="243092205" sldId="274"/>
        </pc:sldMkLst>
      </pc:sldChg>
      <pc:sldChg chg="add">
        <pc:chgData name="Mostafa Mohammadi" userId="4be62abb-9113-48a5-b812-39f634fab2ab" providerId="ADAL" clId="{1934BB17-6221-4987-81B2-E366797F7194}" dt="2026-01-21T12:00:02.038" v="488"/>
        <pc:sldMkLst>
          <pc:docMk/>
          <pc:sldMk cId="3746439218" sldId="275"/>
        </pc:sldMkLst>
      </pc:sldChg>
      <pc:sldChg chg="add">
        <pc:chgData name="Mostafa Mohammadi" userId="4be62abb-9113-48a5-b812-39f634fab2ab" providerId="ADAL" clId="{1934BB17-6221-4987-81B2-E366797F7194}" dt="2026-01-21T12:00:02.038" v="488"/>
        <pc:sldMkLst>
          <pc:docMk/>
          <pc:sldMk cId="732322002" sldId="276"/>
        </pc:sldMkLst>
      </pc:sldChg>
      <pc:sldChg chg="add">
        <pc:chgData name="Mostafa Mohammadi" userId="4be62abb-9113-48a5-b812-39f634fab2ab" providerId="ADAL" clId="{1934BB17-6221-4987-81B2-E366797F7194}" dt="2026-01-21T12:00:02.038" v="488"/>
        <pc:sldMkLst>
          <pc:docMk/>
          <pc:sldMk cId="1432985787" sldId="277"/>
        </pc:sldMkLst>
      </pc:sldChg>
      <pc:sldChg chg="add">
        <pc:chgData name="Mostafa Mohammadi" userId="4be62abb-9113-48a5-b812-39f634fab2ab" providerId="ADAL" clId="{1934BB17-6221-4987-81B2-E366797F7194}" dt="2026-01-21T12:00:02.038" v="488"/>
        <pc:sldMkLst>
          <pc:docMk/>
          <pc:sldMk cId="3357170013" sldId="278"/>
        </pc:sldMkLst>
      </pc:sldChg>
      <pc:sldChg chg="add">
        <pc:chgData name="Mostafa Mohammadi" userId="4be62abb-9113-48a5-b812-39f634fab2ab" providerId="ADAL" clId="{1934BB17-6221-4987-81B2-E366797F7194}" dt="2026-01-21T12:00:02.038" v="488"/>
        <pc:sldMkLst>
          <pc:docMk/>
          <pc:sldMk cId="3607906901" sldId="279"/>
        </pc:sldMkLst>
      </pc:sldChg>
      <pc:sldChg chg="delSp modSp add mod setBg">
        <pc:chgData name="Mostafa Mohammadi" userId="4be62abb-9113-48a5-b812-39f634fab2ab" providerId="ADAL" clId="{1934BB17-6221-4987-81B2-E366797F7194}" dt="2026-01-21T11:57:34.135" v="474" actId="20577"/>
        <pc:sldMkLst>
          <pc:docMk/>
          <pc:sldMk cId="0" sldId="283"/>
        </pc:sldMkLst>
        <pc:spChg chg="mod">
          <ac:chgData name="Mostafa Mohammadi" userId="4be62abb-9113-48a5-b812-39f634fab2ab" providerId="ADAL" clId="{1934BB17-6221-4987-81B2-E366797F7194}" dt="2026-01-21T10:52:58.107" v="217" actId="14100"/>
          <ac:spMkLst>
            <pc:docMk/>
            <pc:sldMk cId="0" sldId="283"/>
            <ac:spMk id="2" creationId="{00000000-0000-0000-0000-000000000000}"/>
          </ac:spMkLst>
        </pc:spChg>
        <pc:spChg chg="mod">
          <ac:chgData name="Mostafa Mohammadi" userId="4be62abb-9113-48a5-b812-39f634fab2ab" providerId="ADAL" clId="{1934BB17-6221-4987-81B2-E366797F7194}" dt="2026-01-21T10:53:05.599" v="218" actId="1076"/>
          <ac:spMkLst>
            <pc:docMk/>
            <pc:sldMk cId="0" sldId="283"/>
            <ac:spMk id="5" creationId="{00000000-0000-0000-0000-000000000000}"/>
          </ac:spMkLst>
        </pc:spChg>
        <pc:spChg chg="mod">
          <ac:chgData name="Mostafa Mohammadi" userId="4be62abb-9113-48a5-b812-39f634fab2ab" providerId="ADAL" clId="{1934BB17-6221-4987-81B2-E366797F7194}" dt="2026-01-21T10:51:27.939" v="178" actId="20577"/>
          <ac:spMkLst>
            <pc:docMk/>
            <pc:sldMk cId="0" sldId="283"/>
            <ac:spMk id="7" creationId="{00000000-0000-0000-0000-000000000000}"/>
          </ac:spMkLst>
        </pc:spChg>
        <pc:spChg chg="mod">
          <ac:chgData name="Mostafa Mohammadi" userId="4be62abb-9113-48a5-b812-39f634fab2ab" providerId="ADAL" clId="{1934BB17-6221-4987-81B2-E366797F7194}" dt="2026-01-21T11:56:58.083" v="450" actId="20577"/>
          <ac:spMkLst>
            <pc:docMk/>
            <pc:sldMk cId="0" sldId="283"/>
            <ac:spMk id="11" creationId="{00000000-0000-0000-0000-000000000000}"/>
          </ac:spMkLst>
        </pc:spChg>
        <pc:spChg chg="mod">
          <ac:chgData name="Mostafa Mohammadi" userId="4be62abb-9113-48a5-b812-39f634fab2ab" providerId="ADAL" clId="{1934BB17-6221-4987-81B2-E366797F7194}" dt="2026-01-21T10:52:27.136" v="213" actId="14100"/>
          <ac:spMkLst>
            <pc:docMk/>
            <pc:sldMk cId="0" sldId="283"/>
            <ac:spMk id="12" creationId="{00000000-0000-0000-0000-000000000000}"/>
          </ac:spMkLst>
        </pc:spChg>
        <pc:spChg chg="mod">
          <ac:chgData name="Mostafa Mohammadi" userId="4be62abb-9113-48a5-b812-39f634fab2ab" providerId="ADAL" clId="{1934BB17-6221-4987-81B2-E366797F7194}" dt="2026-01-21T10:59:32.455" v="238" actId="20577"/>
          <ac:spMkLst>
            <pc:docMk/>
            <pc:sldMk cId="0" sldId="283"/>
            <ac:spMk id="16" creationId="{00000000-0000-0000-0000-000000000000}"/>
          </ac:spMkLst>
        </pc:spChg>
        <pc:spChg chg="mod">
          <ac:chgData name="Mostafa Mohammadi" userId="4be62abb-9113-48a5-b812-39f634fab2ab" providerId="ADAL" clId="{1934BB17-6221-4987-81B2-E366797F7194}" dt="2026-01-21T11:57:34.135" v="474" actId="20577"/>
          <ac:spMkLst>
            <pc:docMk/>
            <pc:sldMk cId="0" sldId="283"/>
            <ac:spMk id="17" creationId="{00000000-0000-0000-0000-000000000000}"/>
          </ac:spMkLst>
        </pc:spChg>
        <pc:spChg chg="mod">
          <ac:chgData name="Mostafa Mohammadi" userId="4be62abb-9113-48a5-b812-39f634fab2ab" providerId="ADAL" clId="{1934BB17-6221-4987-81B2-E366797F7194}" dt="2026-01-21T11:57:24.532" v="459" actId="20577"/>
          <ac:spMkLst>
            <pc:docMk/>
            <pc:sldMk cId="0" sldId="283"/>
            <ac:spMk id="18" creationId="{00000000-0000-0000-0000-000000000000}"/>
          </ac:spMkLst>
        </pc:spChg>
      </pc:sldChg>
      <pc:sldChg chg="addSp delSp modSp add mod">
        <pc:chgData name="Mostafa Mohammadi" userId="4be62abb-9113-48a5-b812-39f634fab2ab" providerId="ADAL" clId="{1934BB17-6221-4987-81B2-E366797F7194}" dt="2026-01-21T11:58:16.358" v="485"/>
        <pc:sldMkLst>
          <pc:docMk/>
          <pc:sldMk cId="2300147316" sldId="284"/>
        </pc:sldMkLst>
        <pc:spChg chg="mod">
          <ac:chgData name="Mostafa Mohammadi" userId="4be62abb-9113-48a5-b812-39f634fab2ab" providerId="ADAL" clId="{1934BB17-6221-4987-81B2-E366797F7194}" dt="2026-01-21T11:58:08.920" v="483" actId="403"/>
          <ac:spMkLst>
            <pc:docMk/>
            <pc:sldMk cId="2300147316" sldId="284"/>
            <ac:spMk id="2" creationId="{8A77EF3E-C4A3-DC50-1F1C-6914A6AE4C4E}"/>
          </ac:spMkLst>
        </pc:spChg>
        <pc:spChg chg="add mod">
          <ac:chgData name="Mostafa Mohammadi" userId="4be62abb-9113-48a5-b812-39f634fab2ab" providerId="ADAL" clId="{1934BB17-6221-4987-81B2-E366797F7194}" dt="2026-01-21T11:58:16.358" v="485"/>
          <ac:spMkLst>
            <pc:docMk/>
            <pc:sldMk cId="2300147316" sldId="284"/>
            <ac:spMk id="3" creationId="{8E202CB6-8576-959E-479E-3521AF1D9731}"/>
          </ac:spMkLst>
        </pc:spChg>
      </pc:sldChg>
      <pc:sldChg chg="delSp modSp add mod">
        <pc:chgData name="Mostafa Mohammadi" userId="4be62abb-9113-48a5-b812-39f634fab2ab" providerId="ADAL" clId="{1934BB17-6221-4987-81B2-E366797F7194}" dt="2026-01-28T09:02:29.814" v="968" actId="20577"/>
        <pc:sldMkLst>
          <pc:docMk/>
          <pc:sldMk cId="3882834687" sldId="285"/>
        </pc:sldMkLst>
        <pc:spChg chg="mod">
          <ac:chgData name="Mostafa Mohammadi" userId="4be62abb-9113-48a5-b812-39f634fab2ab" providerId="ADAL" clId="{1934BB17-6221-4987-81B2-E366797F7194}" dt="2026-01-28T07:29:45.519" v="709" actId="1076"/>
          <ac:spMkLst>
            <pc:docMk/>
            <pc:sldMk cId="3882834687" sldId="285"/>
            <ac:spMk id="2" creationId="{777B423D-C3B0-6E13-F97D-93A7B947E68C}"/>
          </ac:spMkLst>
        </pc:spChg>
        <pc:spChg chg="mod">
          <ac:chgData name="Mostafa Mohammadi" userId="4be62abb-9113-48a5-b812-39f634fab2ab" providerId="ADAL" clId="{1934BB17-6221-4987-81B2-E366797F7194}" dt="2026-01-28T07:29:45.519" v="709" actId="1076"/>
          <ac:spMkLst>
            <pc:docMk/>
            <pc:sldMk cId="3882834687" sldId="285"/>
            <ac:spMk id="4" creationId="{68FEF616-358B-7C0A-E045-C1012F5E77C7}"/>
          </ac:spMkLst>
        </pc:spChg>
        <pc:spChg chg="mod">
          <ac:chgData name="Mostafa Mohammadi" userId="4be62abb-9113-48a5-b812-39f634fab2ab" providerId="ADAL" clId="{1934BB17-6221-4987-81B2-E366797F7194}" dt="2026-01-28T07:29:45.519" v="709" actId="1076"/>
          <ac:spMkLst>
            <pc:docMk/>
            <pc:sldMk cId="3882834687" sldId="285"/>
            <ac:spMk id="5" creationId="{98B1899A-4AB1-13E2-F152-9AF8BE51458E}"/>
          </ac:spMkLst>
        </pc:spChg>
        <pc:spChg chg="mod">
          <ac:chgData name="Mostafa Mohammadi" userId="4be62abb-9113-48a5-b812-39f634fab2ab" providerId="ADAL" clId="{1934BB17-6221-4987-81B2-E366797F7194}" dt="2026-01-28T07:31:17.529" v="730" actId="20577"/>
          <ac:spMkLst>
            <pc:docMk/>
            <pc:sldMk cId="3882834687" sldId="285"/>
            <ac:spMk id="6" creationId="{B3B3A89C-A13D-0115-B8D6-777D024903A8}"/>
          </ac:spMkLst>
        </pc:spChg>
        <pc:spChg chg="mod">
          <ac:chgData name="Mostafa Mohammadi" userId="4be62abb-9113-48a5-b812-39f634fab2ab" providerId="ADAL" clId="{1934BB17-6221-4987-81B2-E366797F7194}" dt="2026-01-28T07:29:45.519" v="709" actId="1076"/>
          <ac:spMkLst>
            <pc:docMk/>
            <pc:sldMk cId="3882834687" sldId="285"/>
            <ac:spMk id="7" creationId="{6E5C1D06-C2C8-51E9-7F97-9CE0361EFFA3}"/>
          </ac:spMkLst>
        </pc:spChg>
        <pc:spChg chg="mod">
          <ac:chgData name="Mostafa Mohammadi" userId="4be62abb-9113-48a5-b812-39f634fab2ab" providerId="ADAL" clId="{1934BB17-6221-4987-81B2-E366797F7194}" dt="2026-01-28T07:31:02.839" v="723" actId="1076"/>
          <ac:spMkLst>
            <pc:docMk/>
            <pc:sldMk cId="3882834687" sldId="285"/>
            <ac:spMk id="8" creationId="{7FAF4B3B-9A8A-EC59-DE24-D870EB8D1064}"/>
          </ac:spMkLst>
        </pc:spChg>
        <pc:spChg chg="mod">
          <ac:chgData name="Mostafa Mohammadi" userId="4be62abb-9113-48a5-b812-39f634fab2ab" providerId="ADAL" clId="{1934BB17-6221-4987-81B2-E366797F7194}" dt="2026-01-28T07:31:05.244" v="724" actId="1076"/>
          <ac:spMkLst>
            <pc:docMk/>
            <pc:sldMk cId="3882834687" sldId="285"/>
            <ac:spMk id="9" creationId="{650855E6-B33C-A603-D26C-573EAA0E6900}"/>
          </ac:spMkLst>
        </pc:spChg>
        <pc:spChg chg="mod">
          <ac:chgData name="Mostafa Mohammadi" userId="4be62abb-9113-48a5-b812-39f634fab2ab" providerId="ADAL" clId="{1934BB17-6221-4987-81B2-E366797F7194}" dt="2026-01-28T07:31:24.419" v="731"/>
          <ac:spMkLst>
            <pc:docMk/>
            <pc:sldMk cId="3882834687" sldId="285"/>
            <ac:spMk id="10" creationId="{2A85510C-7CFE-2497-0F80-C55621074B1D}"/>
          </ac:spMkLst>
        </pc:spChg>
        <pc:spChg chg="mod">
          <ac:chgData name="Mostafa Mohammadi" userId="4be62abb-9113-48a5-b812-39f634fab2ab" providerId="ADAL" clId="{1934BB17-6221-4987-81B2-E366797F7194}" dt="2026-01-28T09:02:29.814" v="968" actId="20577"/>
          <ac:spMkLst>
            <pc:docMk/>
            <pc:sldMk cId="3882834687" sldId="285"/>
            <ac:spMk id="11" creationId="{042BAAD1-95B8-2685-C5BB-8B983058C750}"/>
          </ac:spMkLst>
        </pc:spChg>
      </pc:sldChg>
      <pc:sldChg chg="addSp delSp modSp add mod">
        <pc:chgData name="Mostafa Mohammadi" userId="4be62abb-9113-48a5-b812-39f634fab2ab" providerId="ADAL" clId="{1934BB17-6221-4987-81B2-E366797F7194}" dt="2026-01-28T09:07:32.584" v="1220" actId="12"/>
        <pc:sldMkLst>
          <pc:docMk/>
          <pc:sldMk cId="3251454832" sldId="286"/>
        </pc:sldMkLst>
        <pc:spChg chg="add mod">
          <ac:chgData name="Mostafa Mohammadi" userId="4be62abb-9113-48a5-b812-39f634fab2ab" providerId="ADAL" clId="{1934BB17-6221-4987-81B2-E366797F7194}" dt="2026-01-28T09:07:32.584" v="1220" actId="12"/>
          <ac:spMkLst>
            <pc:docMk/>
            <pc:sldMk cId="3251454832" sldId="286"/>
            <ac:spMk id="13" creationId="{0D28F142-0386-1A74-D4F8-939FF902D4F1}"/>
          </ac:spMkLst>
        </pc:spChg>
        <pc:picChg chg="add mod">
          <ac:chgData name="Mostafa Mohammadi" userId="4be62abb-9113-48a5-b812-39f634fab2ab" providerId="ADAL" clId="{1934BB17-6221-4987-81B2-E366797F7194}" dt="2026-01-28T09:02:44.369" v="974" actId="1076"/>
          <ac:picMkLst>
            <pc:docMk/>
            <pc:sldMk cId="3251454832" sldId="286"/>
            <ac:picMk id="12" creationId="{D378C038-1F55-FDEC-1EC9-79408550BA93}"/>
          </ac:picMkLst>
        </pc:picChg>
      </pc:sldChg>
      <pc:sldChg chg="addSp delSp modSp add mod">
        <pc:chgData name="Mostafa Mohammadi" userId="4be62abb-9113-48a5-b812-39f634fab2ab" providerId="ADAL" clId="{1934BB17-6221-4987-81B2-E366797F7194}" dt="2026-01-28T09:56:33.864" v="1671" actId="20577"/>
        <pc:sldMkLst>
          <pc:docMk/>
          <pc:sldMk cId="110209376" sldId="287"/>
        </pc:sldMkLst>
        <pc:spChg chg="add mod">
          <ac:chgData name="Mostafa Mohammadi" userId="4be62abb-9113-48a5-b812-39f634fab2ab" providerId="ADAL" clId="{1934BB17-6221-4987-81B2-E366797F7194}" dt="2026-01-28T09:56:33.864" v="1671" actId="20577"/>
          <ac:spMkLst>
            <pc:docMk/>
            <pc:sldMk cId="110209376" sldId="287"/>
            <ac:spMk id="3" creationId="{7AEEFF9C-7727-185C-EDCF-B5F28D9F9122}"/>
          </ac:spMkLst>
        </pc:spChg>
      </pc:sldChg>
      <pc:sldChg chg="add">
        <pc:chgData name="Mostafa Mohammadi" userId="4be62abb-9113-48a5-b812-39f634fab2ab" providerId="ADAL" clId="{1934BB17-6221-4987-81B2-E366797F7194}" dt="2026-02-03T12:06:45.891" v="1672"/>
        <pc:sldMkLst>
          <pc:docMk/>
          <pc:sldMk cId="3178612974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2ABF8-B57D-4F2B-8571-B34A14A277E0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11574-63B8-4EB7-B2AB-7B3C4CFFEB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336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532F-EDA4-8888-AF77-57ED7B143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63D2D-F42D-17C1-0F4A-33A0E9989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DAF1C-1C88-6063-61F4-4284AE751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04D47-1E5B-A16A-3366-B496F7DD4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42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A675F-BD05-612A-E9FC-B55F27E9C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B9CA1-3BD0-27EE-EEB1-CEBC9FF38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EBDDA-017C-96D0-AA7F-27A41C0F7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74A92-286B-367A-7FB2-CC2858469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45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690F-167E-BE6C-E6EE-285478A6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89D74-6EB3-7626-8E45-AFBE732C0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36569-C644-F323-D64B-73F0A94DA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D4D44-F078-F5D7-91AA-6E2301726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02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BE9E-932C-58F0-29EC-5EB73A7E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4CACB-56EE-1650-7034-E2F6AB969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4538E-0668-C054-1228-274C744A5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A43A0-12ED-8FC7-41E1-D91BDA751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17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FAB18-F8C1-9163-CEC5-26C4384A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F3FF0-AEF5-7779-1F53-E70290E0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CBF61-F2B1-46E5-968C-61CA29ECC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430DC-3534-8100-13DA-97885F95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8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6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9" y="-19050"/>
            <a:ext cx="9143771" cy="831850"/>
          </a:xfrm>
          <a:prstGeom prst="rect">
            <a:avLst/>
          </a:prstGeom>
          <a:solidFill>
            <a:srgbClr val="0B3A5B"/>
          </a:solidFill>
          <a:ln/>
        </p:spPr>
        <p:txBody>
          <a:bodyPr wrap="square" lIns="5715" tIns="5715" rIns="5715" bIns="5715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&amp; Next Steps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411480" y="1611630"/>
            <a:ext cx="3971811" cy="21602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b-NO" sz="1350"/>
          </a:p>
        </p:txBody>
      </p:sp>
      <p:sp>
        <p:nvSpPr>
          <p:cNvPr id="5" name="Shape 3"/>
          <p:cNvSpPr/>
          <p:nvPr/>
        </p:nvSpPr>
        <p:spPr>
          <a:xfrm>
            <a:off x="411481" y="1611630"/>
            <a:ext cx="3971811" cy="30861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nb-NO" sz="1350"/>
          </a:p>
        </p:txBody>
      </p:sp>
      <p:sp>
        <p:nvSpPr>
          <p:cNvPr id="6" name="Text 4"/>
          <p:cNvSpPr/>
          <p:nvPr/>
        </p:nvSpPr>
        <p:spPr>
          <a:xfrm>
            <a:off x="582930" y="1666494"/>
            <a:ext cx="362891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work (paper)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1510" y="2057400"/>
            <a:ext cx="3491751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methodology to include partial recharging.</a:t>
            </a:r>
            <a:endParaRPr lang="en-US" sz="1050" dirty="0"/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test instance generator description and validation checks.</a:t>
            </a:r>
            <a:endParaRPr lang="en-US" sz="1050" dirty="0"/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computational results section with new experiments + tables/figures.</a:t>
            </a:r>
            <a:endParaRPr lang="en-US" sz="1050" dirty="0"/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the entire manuscript.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60481" y="1611630"/>
            <a:ext cx="3971811" cy="21602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b-NO" sz="1350"/>
          </a:p>
        </p:txBody>
      </p:sp>
      <p:sp>
        <p:nvSpPr>
          <p:cNvPr id="9" name="Shape 7"/>
          <p:cNvSpPr/>
          <p:nvPr/>
        </p:nvSpPr>
        <p:spPr>
          <a:xfrm>
            <a:off x="4760481" y="1611630"/>
            <a:ext cx="3971811" cy="30861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nb-NO" sz="1350"/>
          </a:p>
        </p:txBody>
      </p:sp>
      <p:sp>
        <p:nvSpPr>
          <p:cNvPr id="10" name="Text 8"/>
          <p:cNvSpPr/>
          <p:nvPr/>
        </p:nvSpPr>
        <p:spPr>
          <a:xfrm>
            <a:off x="4931931" y="1666494"/>
            <a:ext cx="362891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work (code)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00511" y="2057400"/>
            <a:ext cx="3491751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implemented: full recharge, partial recharge, and greedy scheduler.</a:t>
            </a:r>
          </a:p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initial </a:t>
            </a:r>
            <a:endParaRPr lang="en-US" sz="1050" dirty="0"/>
          </a:p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test generator??.</a:t>
            </a:r>
            <a:endParaRPr lang="en-US" sz="1050" dirty="0"/>
          </a:p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algorithms on new test instances and regenerate performance summaries.</a:t>
            </a:r>
            <a:endParaRPr lang="en-US" sz="1050" dirty="0"/>
          </a:p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infeasibility logging (which constraint fails first; where/when).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1" y="4011930"/>
            <a:ext cx="8320811" cy="20332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b-NO" sz="1350" dirty="0"/>
          </a:p>
        </p:txBody>
      </p:sp>
      <p:sp>
        <p:nvSpPr>
          <p:cNvPr id="13" name="Shape 11"/>
          <p:cNvSpPr/>
          <p:nvPr/>
        </p:nvSpPr>
        <p:spPr>
          <a:xfrm>
            <a:off x="411481" y="4011930"/>
            <a:ext cx="8320811" cy="308610"/>
          </a:xfrm>
          <a:prstGeom prst="rect">
            <a:avLst/>
          </a:prstGeom>
          <a:solidFill>
            <a:srgbClr val="7A2E0D"/>
          </a:solidFill>
          <a:ln w="12700">
            <a:solidFill>
              <a:srgbClr val="7A2E0D"/>
            </a:solidFill>
            <a:prstDash val="solid"/>
          </a:ln>
        </p:spPr>
        <p:txBody>
          <a:bodyPr/>
          <a:lstStyle/>
          <a:p>
            <a:endParaRPr lang="nb-NO" sz="1350"/>
          </a:p>
        </p:txBody>
      </p:sp>
      <p:sp>
        <p:nvSpPr>
          <p:cNvPr id="14" name="Text 12"/>
          <p:cNvSpPr/>
          <p:nvPr/>
        </p:nvSpPr>
        <p:spPr>
          <a:xfrm>
            <a:off x="582931" y="4066794"/>
            <a:ext cx="797791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blockers &amp; immediate 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510" y="4457700"/>
            <a:ext cx="374892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infeasibility causes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510" y="4677156"/>
            <a:ext cx="3748926" cy="11864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975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bug fixed: distance mistakenly included return-to-origin in the “total distance” field (last leg ≈ 3000 km).</a:t>
            </a:r>
          </a:p>
          <a:p>
            <a:pPr marL="171450" indent="-171450">
              <a:lnSpc>
                <a:spcPct val="105000"/>
              </a:lnSpc>
              <a:buSzPct val="100000"/>
              <a:buChar char="•"/>
            </a:pPr>
            <a:endParaRPr lang="en-US" sz="975" dirty="0"/>
          </a:p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975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infeasibility mostly tied to rest-time constraints in some instances which charging-station density/placement is ~40 km.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43336" y="4457700"/>
            <a:ext cx="374892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43336" y="4677156"/>
            <a:ext cx="3748926" cy="1368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975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smaller grid: parameters combination and number of tests 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3386D-CDB2-BCCE-99B5-89E758D9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77EF3E-C4A3-DC50-1F1C-6914A6AE4C4E}"/>
              </a:ext>
            </a:extLst>
          </p:cNvPr>
          <p:cNvSpPr/>
          <p:nvPr/>
        </p:nvSpPr>
        <p:spPr>
          <a:xfrm>
            <a:off x="229" y="-19050"/>
            <a:ext cx="9143771" cy="831850"/>
          </a:xfrm>
          <a:prstGeom prst="rect">
            <a:avLst/>
          </a:prstGeom>
          <a:solidFill>
            <a:srgbClr val="0B3A5B"/>
          </a:solidFill>
          <a:ln/>
        </p:spPr>
        <p:txBody>
          <a:bodyPr wrap="square" lIns="5715" tIns="5715" rIns="5715" bIns="5715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Generator: High‑level logic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202CB6-8576-959E-479E-3521AF1D97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950976"/>
                <a:ext cx="8229600" cy="5175187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nb-NO" b="1" dirty="0"/>
                  <a:t>Generate </a:t>
                </a:r>
                <a:r>
                  <a:rPr lang="nb-NO" b="1" dirty="0" err="1"/>
                  <a:t>synthetic</a:t>
                </a:r>
                <a:r>
                  <a:rPr lang="nb-NO" b="1" dirty="0"/>
                  <a:t> EV </a:t>
                </a:r>
                <a:r>
                  <a:rPr lang="nb-NO" b="1" dirty="0" err="1"/>
                  <a:t>routing</a:t>
                </a:r>
                <a:r>
                  <a:rPr lang="nb-NO" b="1" dirty="0"/>
                  <a:t> </a:t>
                </a:r>
                <a:r>
                  <a:rPr lang="nb-NO" b="1" dirty="0" err="1"/>
                  <a:t>instances</a:t>
                </a:r>
                <a:r>
                  <a:rPr lang="nb-NO" dirty="0"/>
                  <a:t> (</a:t>
                </a:r>
                <a:r>
                  <a:rPr lang="nb-NO" dirty="0" err="1"/>
                  <a:t>distance</a:t>
                </a:r>
                <a:r>
                  <a:rPr lang="nb-NO" dirty="0"/>
                  <a:t>/time </a:t>
                </a:r>
                <a:r>
                  <a:rPr lang="nb-NO" dirty="0" err="1"/>
                  <a:t>matrices</a:t>
                </a:r>
                <a:r>
                  <a:rPr lang="nb-NO" dirty="0"/>
                  <a:t> + </a:t>
                </a:r>
                <a:r>
                  <a:rPr lang="nb-NO" dirty="0" err="1"/>
                  <a:t>customer</a:t>
                </a:r>
                <a:r>
                  <a:rPr lang="nb-NO" dirty="0"/>
                  <a:t> time </a:t>
                </a:r>
                <a:r>
                  <a:rPr lang="nb-NO" dirty="0" err="1"/>
                  <a:t>windows</a:t>
                </a:r>
                <a:r>
                  <a:rPr lang="nb-NO" dirty="0"/>
                  <a:t> + service times) </a:t>
                </a:r>
                <a:r>
                  <a:rPr lang="nb-NO" dirty="0" err="1"/>
                  <a:t>consistent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:r>
                  <a:rPr lang="nb-NO" dirty="0" err="1"/>
                  <a:t>your</a:t>
                </a:r>
                <a:r>
                  <a:rPr lang="nb-NO" dirty="0"/>
                  <a:t> </a:t>
                </a:r>
                <a:r>
                  <a:rPr lang="nb-NO" dirty="0" err="1"/>
                  <a:t>network</a:t>
                </a:r>
                <a:r>
                  <a:rPr lang="nb-NO" dirty="0"/>
                  <a:t> </a:t>
                </a:r>
                <a:r>
                  <a:rPr lang="nb-NO" dirty="0" err="1"/>
                  <a:t>model</a:t>
                </a:r>
                <a:r>
                  <a:rPr lang="nb-NO" dirty="0"/>
                  <a:t> (60 km/h, </a:t>
                </a:r>
                <a:r>
                  <a:rPr lang="nb-NO" dirty="0" err="1"/>
                  <a:t>clustered</a:t>
                </a:r>
                <a:r>
                  <a:rPr lang="nb-NO" dirty="0"/>
                  <a:t> </a:t>
                </a:r>
                <a:r>
                  <a:rPr lang="nb-NO" dirty="0" err="1"/>
                  <a:t>customers</a:t>
                </a:r>
                <a:r>
                  <a:rPr lang="nb-NO" dirty="0"/>
                  <a:t>, </a:t>
                </a:r>
                <a:r>
                  <a:rPr lang="nb-NO" dirty="0" err="1"/>
                  <a:t>realistic</a:t>
                </a:r>
                <a:r>
                  <a:rPr lang="nb-NO" dirty="0"/>
                  <a:t> </a:t>
                </a:r>
                <a:r>
                  <a:rPr lang="nb-NO" dirty="0" err="1"/>
                  <a:t>spacing</a:t>
                </a:r>
                <a:r>
                  <a:rPr lang="nb-NO" dirty="0"/>
                  <a:t>).</a:t>
                </a:r>
              </a:p>
              <a:p>
                <a:endParaRPr lang="nb-NO" b="1" dirty="0"/>
              </a:p>
              <a:p>
                <a:r>
                  <a:rPr lang="nb-NO" b="1" dirty="0"/>
                  <a:t>1. </a:t>
                </a:r>
                <a:r>
                  <a:rPr lang="nb-NO" b="1" dirty="0" err="1"/>
                  <a:t>Route</a:t>
                </a:r>
                <a:r>
                  <a:rPr lang="nb-NO" b="1" dirty="0"/>
                  <a:t> </a:t>
                </a:r>
                <a:r>
                  <a:rPr lang="nb-NO" b="1" dirty="0" err="1"/>
                  <a:t>specification</a:t>
                </a:r>
                <a:r>
                  <a:rPr lang="nb-NO" dirty="0"/>
                  <a:t> (</a:t>
                </a:r>
                <a:r>
                  <a:rPr lang="nb-NO" dirty="0" err="1"/>
                  <a:t>RouteSpec</a:t>
                </a:r>
                <a:r>
                  <a:rPr lang="nb-NO" dirty="0"/>
                  <a:t>)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nb-NO" dirty="0" err="1"/>
                  <a:t>Defines</a:t>
                </a:r>
                <a:r>
                  <a:rPr lang="nb-NO" dirty="0"/>
                  <a:t> </a:t>
                </a:r>
                <a:r>
                  <a:rPr lang="nb-NO" b="1" dirty="0" err="1"/>
                  <a:t>route</a:t>
                </a:r>
                <a:r>
                  <a:rPr lang="nb-NO" b="1" dirty="0"/>
                  <a:t> </a:t>
                </a:r>
                <a:r>
                  <a:rPr lang="nb-NO" b="1" dirty="0" err="1"/>
                  <a:t>class</a:t>
                </a:r>
                <a:r>
                  <a:rPr lang="nb-NO" dirty="0"/>
                  <a:t> (</a:t>
                </a:r>
                <a:r>
                  <a:rPr lang="nb-NO" dirty="0" err="1"/>
                  <a:t>short</a:t>
                </a:r>
                <a:r>
                  <a:rPr lang="nb-NO" dirty="0"/>
                  <a:t>/med/</a:t>
                </a:r>
                <a:r>
                  <a:rPr lang="nb-NO" dirty="0" err="1"/>
                  <a:t>long</a:t>
                </a:r>
                <a:r>
                  <a:rPr lang="nb-NO" dirty="0"/>
                  <a:t> → total </a:t>
                </a:r>
                <a:r>
                  <a:rPr lang="nb-NO" dirty="0" err="1"/>
                  <a:t>distance</a:t>
                </a:r>
                <a:r>
                  <a:rPr lang="nb-NO" dirty="0"/>
                  <a:t> range), </a:t>
                </a:r>
                <a:r>
                  <a:rPr lang="nb-NO" b="1" dirty="0" err="1"/>
                  <a:t>clusters</a:t>
                </a:r>
                <a:r>
                  <a:rPr lang="nb-NO" dirty="0"/>
                  <a:t> (1-3), </a:t>
                </a:r>
                <a:r>
                  <a:rPr lang="nb-NO" b="1" dirty="0"/>
                  <a:t>total </a:t>
                </a:r>
                <a:r>
                  <a:rPr lang="nb-NO" b="1" dirty="0" err="1"/>
                  <a:t>customers</a:t>
                </a:r>
                <a:r>
                  <a:rPr lang="nb-NO" dirty="0"/>
                  <a:t>, </a:t>
                </a:r>
                <a:r>
                  <a:rPr lang="nb-NO" b="1" dirty="0" err="1"/>
                  <a:t>balanced</a:t>
                </a:r>
                <a:r>
                  <a:rPr lang="nb-NO" b="1" dirty="0"/>
                  <a:t>/</a:t>
                </a:r>
                <a:r>
                  <a:rPr lang="nb-NO" b="1" dirty="0" err="1"/>
                  <a:t>unbalanced</a:t>
                </a:r>
                <a:r>
                  <a:rPr lang="nb-NO" dirty="0"/>
                  <a:t> </a:t>
                </a:r>
                <a:r>
                  <a:rPr lang="nb-NO" dirty="0" err="1"/>
                  <a:t>allocation</a:t>
                </a:r>
                <a:r>
                  <a:rPr lang="nb-NO" dirty="0"/>
                  <a:t>, and variant </a:t>
                </a:r>
                <a:r>
                  <a:rPr lang="nb-NO" dirty="0" err="1"/>
                  <a:t>labels</a:t>
                </a:r>
                <a:r>
                  <a:rPr lang="nb-NO" dirty="0"/>
                  <a:t> (</a:t>
                </a:r>
                <a:r>
                  <a:rPr lang="nb-NO" dirty="0" err="1"/>
                  <a:t>Balanced</a:t>
                </a:r>
                <a:r>
                  <a:rPr lang="nb-NO" dirty="0"/>
                  <a:t>/</a:t>
                </a:r>
                <a:r>
                  <a:rPr lang="nb-NO" dirty="0" err="1"/>
                  <a:t>Unbalanced</a:t>
                </a:r>
                <a:r>
                  <a:rPr lang="nb-NO" dirty="0"/>
                  <a:t>).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nb-NO" dirty="0"/>
                  <a:t>Short</a:t>
                </a:r>
                <a:r>
                  <a:rPr lang="nb-NO" dirty="0">
                    <a:sym typeface="Wingdings" panose="05000000000000000000" pitchFamily="2" charset="2"/>
                  </a:rPr>
                  <a:t> 800-1200; </a:t>
                </a:r>
                <a:r>
                  <a:rPr lang="nb-NO" dirty="0"/>
                  <a:t>med</a:t>
                </a:r>
                <a:r>
                  <a:rPr lang="nb-NO" dirty="0">
                    <a:sym typeface="Wingdings" panose="05000000000000000000" pitchFamily="2" charset="2"/>
                  </a:rPr>
                  <a:t> 1500-2500; </a:t>
                </a:r>
                <a:r>
                  <a:rPr lang="nb-NO" dirty="0" err="1"/>
                  <a:t>long</a:t>
                </a:r>
                <a:r>
                  <a:rPr lang="nb-NO" dirty="0">
                    <a:sym typeface="Wingdings" panose="05000000000000000000" pitchFamily="2" charset="2"/>
                  </a:rPr>
                  <a:t> 3000-4000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nb-NO" dirty="0" err="1"/>
                  <a:t>Few</a:t>
                </a:r>
                <a:r>
                  <a:rPr lang="nb-NO" dirty="0">
                    <a:sym typeface="Wingdings" panose="05000000000000000000" pitchFamily="2" charset="2"/>
                  </a:rPr>
                  <a:t> 1-3; </a:t>
                </a:r>
                <a:r>
                  <a:rPr lang="nb-NO" dirty="0"/>
                  <a:t>med</a:t>
                </a:r>
                <a:r>
                  <a:rPr lang="nb-NO" dirty="0">
                    <a:sym typeface="Wingdings" panose="05000000000000000000" pitchFamily="2" charset="2"/>
                  </a:rPr>
                  <a:t> 4-5; </a:t>
                </a:r>
                <a:r>
                  <a:rPr lang="nb-NO" dirty="0" err="1"/>
                  <a:t>many</a:t>
                </a:r>
                <a:r>
                  <a:rPr lang="nb-NO" dirty="0">
                    <a:sym typeface="Wingdings" panose="05000000000000000000" pitchFamily="2" charset="2"/>
                  </a:rPr>
                  <a:t> 6-15</a:t>
                </a:r>
                <a:endParaRPr lang="nb-NO" dirty="0"/>
              </a:p>
              <a:p>
                <a:r>
                  <a:rPr lang="nb-NO" b="1" dirty="0"/>
                  <a:t>2. </a:t>
                </a:r>
                <a:r>
                  <a:rPr lang="nb-NO" b="1" dirty="0" err="1"/>
                  <a:t>Backbone</a:t>
                </a:r>
                <a:r>
                  <a:rPr lang="nb-NO" b="1" dirty="0"/>
                  <a:t> </a:t>
                </a:r>
                <a:r>
                  <a:rPr lang="nb-NO" b="1" dirty="0" err="1"/>
                  <a:t>distance</a:t>
                </a:r>
                <a:r>
                  <a:rPr lang="nb-NO" b="1" dirty="0"/>
                  <a:t> </a:t>
                </a:r>
                <a:r>
                  <a:rPr lang="nb-NO" b="1" dirty="0" err="1"/>
                  <a:t>structure</a:t>
                </a:r>
                <a:endParaRPr lang="nb-NO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nb-NO" dirty="0"/>
                  <a:t>Sample </a:t>
                </a:r>
                <a:r>
                  <a:rPr lang="nb-NO" b="1" dirty="0"/>
                  <a:t>total </a:t>
                </a:r>
                <a:r>
                  <a:rPr lang="nb-NO" b="1" dirty="0" err="1"/>
                  <a:t>route</a:t>
                </a:r>
                <a:r>
                  <a:rPr lang="nb-NO" b="1" dirty="0"/>
                  <a:t> </a:t>
                </a:r>
                <a:r>
                  <a:rPr lang="nb-NO" b="1" dirty="0" err="1"/>
                  <a:t>distance</a:t>
                </a:r>
                <a:r>
                  <a:rPr lang="nb-NO" dirty="0"/>
                  <a:t> per </a:t>
                </a:r>
                <a:r>
                  <a:rPr lang="nb-NO" dirty="0" err="1"/>
                  <a:t>class</a:t>
                </a:r>
                <a:r>
                  <a:rPr lang="nb-NO" dirty="0"/>
                  <a:t>.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nb-NO" dirty="0"/>
                  <a:t>Place </a:t>
                </a:r>
                <a:r>
                  <a:rPr lang="nb-NO" b="1" dirty="0" err="1"/>
                  <a:t>cluster</a:t>
                </a:r>
                <a:r>
                  <a:rPr lang="nb-NO" b="1" dirty="0"/>
                  <a:t> </a:t>
                </a:r>
                <a:r>
                  <a:rPr lang="nb-NO" b="1" dirty="0" err="1"/>
                  <a:t>centers</a:t>
                </a:r>
                <a:r>
                  <a:rPr lang="nb-NO" dirty="0"/>
                  <a:t> </a:t>
                </a:r>
                <a:r>
                  <a:rPr lang="nb-NO" dirty="0" err="1"/>
                  <a:t>along</a:t>
                </a:r>
                <a:r>
                  <a:rPr lang="nb-NO" dirty="0"/>
                  <a:t> </a:t>
                </a:r>
                <a:r>
                  <a:rPr lang="nb-NO" dirty="0" err="1"/>
                  <a:t>this</a:t>
                </a:r>
                <a:r>
                  <a:rPr lang="nb-NO" dirty="0"/>
                  <a:t> </a:t>
                </a:r>
                <a:r>
                  <a:rPr lang="nb-NO" dirty="0" err="1"/>
                  <a:t>backbone</a:t>
                </a:r>
                <a:r>
                  <a:rPr lang="nb-NO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nb-NO" b="1" dirty="0" err="1"/>
                  <a:t>Allocate</a:t>
                </a:r>
                <a:r>
                  <a:rPr lang="nb-NO" b="1" dirty="0"/>
                  <a:t> </a:t>
                </a:r>
                <a:r>
                  <a:rPr lang="nb-NO" b="1" dirty="0" err="1"/>
                  <a:t>customers</a:t>
                </a:r>
                <a:r>
                  <a:rPr lang="nb-NO" b="1" dirty="0"/>
                  <a:t> to </a:t>
                </a:r>
                <a:r>
                  <a:rPr lang="nb-NO" b="1" dirty="0" err="1"/>
                  <a:t>clusters</a:t>
                </a:r>
                <a:r>
                  <a:rPr lang="nb-NO" dirty="0"/>
                  <a:t>: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nb-NO" dirty="0" err="1"/>
                  <a:t>Balanced</a:t>
                </a:r>
                <a:r>
                  <a:rPr lang="nb-NO" dirty="0"/>
                  <a:t>: </a:t>
                </a:r>
                <a:r>
                  <a:rPr lang="nb-NO" dirty="0" err="1"/>
                  <a:t>respect</a:t>
                </a:r>
                <a:r>
                  <a:rPr lang="nb-NO" dirty="0"/>
                  <a:t> “</a:t>
                </a:r>
                <a:r>
                  <a:rPr lang="nb-NO" dirty="0" err="1"/>
                  <a:t>Few</a:t>
                </a:r>
                <a:r>
                  <a:rPr lang="nb-NO" dirty="0"/>
                  <a:t>/Medium/</a:t>
                </a:r>
                <a:r>
                  <a:rPr lang="nb-NO" dirty="0" err="1"/>
                  <a:t>Many</a:t>
                </a:r>
                <a:r>
                  <a:rPr lang="nb-NO" dirty="0"/>
                  <a:t>” per‑</a:t>
                </a:r>
                <a:r>
                  <a:rPr lang="nb-NO" dirty="0" err="1"/>
                  <a:t>cluster</a:t>
                </a:r>
                <a:r>
                  <a:rPr lang="nb-NO" dirty="0"/>
                  <a:t> ranges.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nb-NO" dirty="0" err="1"/>
                  <a:t>Unbalanced</a:t>
                </a:r>
                <a:r>
                  <a:rPr lang="nb-NO" dirty="0"/>
                  <a:t>: </a:t>
                </a:r>
                <a:r>
                  <a:rPr lang="nb-NO" dirty="0" err="1"/>
                  <a:t>one</a:t>
                </a:r>
                <a:r>
                  <a:rPr lang="nb-NO" dirty="0"/>
                  <a:t> dominant </a:t>
                </a:r>
                <a:r>
                  <a:rPr lang="nb-NO" dirty="0" err="1"/>
                  <a:t>cluster</a:t>
                </a:r>
                <a:r>
                  <a:rPr lang="nb-NO" dirty="0"/>
                  <a:t> holds most </a:t>
                </a:r>
                <a:r>
                  <a:rPr lang="nb-NO" dirty="0" err="1"/>
                  <a:t>customers</a:t>
                </a:r>
                <a:r>
                  <a:rPr lang="nb-NO" dirty="0"/>
                  <a:t>.</a:t>
                </a:r>
              </a:p>
              <a:p>
                <a:r>
                  <a:rPr lang="nb-NO" b="1" dirty="0"/>
                  <a:t>3. </a:t>
                </a:r>
                <a:r>
                  <a:rPr lang="nb-NO" b="1" dirty="0" err="1"/>
                  <a:t>Customer</a:t>
                </a:r>
                <a:r>
                  <a:rPr lang="nb-NO" b="1" dirty="0"/>
                  <a:t> </a:t>
                </a:r>
                <a:r>
                  <a:rPr lang="nb-NO" b="1" dirty="0" err="1"/>
                  <a:t>positions</a:t>
                </a:r>
                <a:r>
                  <a:rPr lang="nb-NO" b="1" dirty="0"/>
                  <a:t> </a:t>
                </a:r>
                <a:r>
                  <a:rPr lang="nb-NO" b="1" dirty="0" err="1"/>
                  <a:t>along</a:t>
                </a:r>
                <a:r>
                  <a:rPr lang="nb-NO" b="1" dirty="0"/>
                  <a:t> </a:t>
                </a:r>
                <a:r>
                  <a:rPr lang="nb-NO" b="1" dirty="0" err="1"/>
                  <a:t>route</a:t>
                </a:r>
                <a:endParaRPr lang="nb-NO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nb-NO" dirty="0"/>
                  <a:t>Sample </a:t>
                </a:r>
                <a:r>
                  <a:rPr lang="nb-NO" dirty="0" err="1"/>
                  <a:t>raw</a:t>
                </a:r>
                <a:r>
                  <a:rPr lang="nb-NO" dirty="0"/>
                  <a:t> </a:t>
                </a:r>
                <a:r>
                  <a:rPr lang="nb-NO" dirty="0" err="1"/>
                  <a:t>customer</a:t>
                </a:r>
                <a:r>
                  <a:rPr lang="nb-NO" dirty="0"/>
                  <a:t> </a:t>
                </a:r>
                <a:r>
                  <a:rPr lang="nb-NO" dirty="0" err="1"/>
                  <a:t>positions</a:t>
                </a:r>
                <a:r>
                  <a:rPr lang="nb-NO" dirty="0"/>
                  <a:t> </a:t>
                </a:r>
                <a:r>
                  <a:rPr lang="nb-NO" dirty="0" err="1"/>
                  <a:t>around</a:t>
                </a:r>
                <a:r>
                  <a:rPr lang="nb-NO" dirty="0"/>
                  <a:t> </a:t>
                </a:r>
                <a:r>
                  <a:rPr lang="nb-NO" dirty="0" err="1"/>
                  <a:t>each</a:t>
                </a:r>
                <a:r>
                  <a:rPr lang="nb-NO" dirty="0"/>
                  <a:t> </a:t>
                </a:r>
                <a:r>
                  <a:rPr lang="nb-NO" dirty="0" err="1"/>
                  <a:t>cluster</a:t>
                </a:r>
                <a:r>
                  <a:rPr lang="nb-NO" dirty="0"/>
                  <a:t> </a:t>
                </a:r>
                <a:r>
                  <a:rPr lang="nb-NO" dirty="0" err="1"/>
                  <a:t>center</a:t>
                </a:r>
                <a:r>
                  <a:rPr lang="nb-NO" dirty="0"/>
                  <a:t> and </a:t>
                </a:r>
                <a:r>
                  <a:rPr lang="nb-NO" dirty="0" err="1"/>
                  <a:t>clamp</a:t>
                </a:r>
                <a:r>
                  <a:rPr lang="nb-NO" dirty="0"/>
                  <a:t> to 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nb-NO" i="1"/>
                              <m:t>total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 </a:t>
                </a:r>
                <a:r>
                  <a:rPr lang="nb-NO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nb-NO" dirty="0" err="1"/>
                  <a:t>Enforce</a:t>
                </a:r>
                <a:r>
                  <a:rPr lang="nb-NO" dirty="0"/>
                  <a:t> </a:t>
                </a:r>
                <a:r>
                  <a:rPr lang="nb-NO" b="1" dirty="0" err="1"/>
                  <a:t>intra‑cluster</a:t>
                </a:r>
                <a:r>
                  <a:rPr lang="nb-NO" b="1" dirty="0"/>
                  <a:t> </a:t>
                </a:r>
                <a:r>
                  <a:rPr lang="nb-NO" b="1" dirty="0" err="1"/>
                  <a:t>spacing</a:t>
                </a:r>
                <a:r>
                  <a:rPr lang="nb-NO" dirty="0"/>
                  <a:t> </a:t>
                </a:r>
                <a:r>
                  <a:rPr lang="nb-NO" dirty="0" err="1"/>
                  <a:t>between</a:t>
                </a:r>
                <a:r>
                  <a:rPr lang="nb-NO" dirty="0"/>
                  <a:t> </a:t>
                </a:r>
                <a:r>
                  <a:rPr lang="nb-NO" dirty="0" err="1"/>
                  <a:t>consecutive</a:t>
                </a:r>
                <a:r>
                  <a:rPr lang="nb-NO" dirty="0"/>
                  <a:t> </a:t>
                </a:r>
                <a:r>
                  <a:rPr lang="nb-NO" dirty="0" err="1"/>
                  <a:t>customers</a:t>
                </a:r>
                <a:r>
                  <a:rPr lang="nb-NO" dirty="0"/>
                  <a:t> (30–150 km) </a:t>
                </a:r>
                <a:r>
                  <a:rPr lang="nb-NO" dirty="0" err="1"/>
                  <a:t>while</a:t>
                </a:r>
                <a:r>
                  <a:rPr lang="nb-NO" dirty="0"/>
                  <a:t> preserving global order.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202CB6-8576-959E-479E-3521AF1D9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50976"/>
                <a:ext cx="8229600" cy="5175187"/>
              </a:xfrm>
              <a:prstGeom prst="rect">
                <a:avLst/>
              </a:prstGeom>
              <a:blipFill>
                <a:blip r:embed="rId3"/>
                <a:stretch>
                  <a:fillRect l="-444" t="-153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14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Improvement Case Analysis (Partial vs Full Recharging)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Figures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14155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 Cases Overall</a:t>
            </a:r>
          </a:p>
        </p:txBody>
      </p:sp>
      <p:pic>
        <p:nvPicPr>
          <p:cNvPr id="3" name="Picture 2" descr="plot_freq_improvement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57459"/>
            <a:ext cx="384048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2575" y="4716780"/>
            <a:ext cx="6767687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In total, ~594 scenarios show improvement; ~162 show none.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Confirms partial charging is generally beneficial.</a:t>
            </a:r>
            <a:r>
              <a:rPr lang="en-US" dirty="0"/>
              <a:t>]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Non-improvement cases occur mostly in unconstrained situations (big battery, fast charging).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2322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 Cases by CPs</a:t>
            </a:r>
          </a:p>
        </p:txBody>
      </p:sp>
      <p:pic>
        <p:nvPicPr>
          <p:cNvPr id="3" name="Picture 2" descr="plot_freq_improvement_by_C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5850" y="4535546"/>
            <a:ext cx="70757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More improvements with 350 kW charging (325 cases) than with 1000 kW (269 cases).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Slow charging makes scheduling strategies critical; partial charging reduces wasted charging time.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With 1000 kW, charging is fast enough that partial vs full makes less difference.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43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Improvement Cases by distancesPerCS</a:t>
            </a:r>
          </a:p>
        </p:txBody>
      </p:sp>
      <p:pic>
        <p:nvPicPr>
          <p:cNvPr id="3" name="Picture 2" descr="plot_freq_improvement_by_distancesPer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4435519"/>
            <a:ext cx="548640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Fewer improvements with very dense CS (40 km, 65 cases). Improvements rise as spacing increases (up to ~90 cases).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With sparse networks, flexibility from partial charging becomes crucial.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Dense networks allow frequent stops, reducing the advantage.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09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 Cases by Testbed</a:t>
            </a:r>
          </a:p>
        </p:txBody>
      </p:sp>
      <p:pic>
        <p:nvPicPr>
          <p:cNvPr id="3" name="Picture 2" descr="plot_freq_improvement_by_test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1392555"/>
            <a:ext cx="512064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0125" y="4592955"/>
            <a:ext cx="7388818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Testbeds TB2 and TB4 have most improvement cases (~114 each), TB1 the least (~75).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Route design affects importance of partial charging. Tight time windows or long legs magnify benefits.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Variation shows scenario dependence.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6439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Improvement Cases by Battery Capacity</a:t>
            </a:r>
          </a:p>
        </p:txBody>
      </p:sp>
      <p:pic>
        <p:nvPicPr>
          <p:cNvPr id="3" name="Picture 2" descr="plot_freq_improvement_by_batteryC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45330"/>
            <a:ext cx="705993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Smaller batteries (350, 500 kWh) show more improvements (227, 221 cases). Larger batteries (750 kWh) show fewer (146).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With small batteries, trucks need frequent recharging, making partial strategies effective. Large batteries reduce dependency.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2985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Improvement Cases by Consumption Rates</a:t>
            </a:r>
          </a:p>
        </p:txBody>
      </p:sp>
      <p:pic>
        <p:nvPicPr>
          <p:cNvPr id="3" name="Picture 2" descr="plot_freq_improvement_by_consumption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1638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0125" y="4716780"/>
            <a:ext cx="7233455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Improvements increase with worse consumption (169 → 219 cases).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Higher consumption = shorter range = more charging required. Partial charging reduces inefficiency.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7170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Takeaways from Improvement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/>
              <a:t>Charging Power: Partial charging benefits are strongest at low CP (350 kW).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Charging Station Density: Sparse networks increase benefits of partial charging.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Battery Capacity: Smaller batteries gain more from partial strategies.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Consumption Rates: Less efficient trucks gain more improvement.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Testbed Variability: Route structure strongly affects whether partial charging helps.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Overall: Partial charging improves schedules in ~80% of scenarios.</a:t>
            </a:r>
          </a:p>
        </p:txBody>
      </p:sp>
    </p:spTree>
    <p:extLst>
      <p:ext uri="{BB962C8B-B14F-4D97-AF65-F5344CB8AC3E}">
        <p14:creationId xmlns:p14="http://schemas.microsoft.com/office/powerpoint/2010/main" val="3607906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Sensitivity Analysis of EVTDSP Results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First Set </a:t>
            </a:r>
            <a:r>
              <a:rPr lang="nb-NO" dirty="0" err="1"/>
              <a:t>of</a:t>
            </a:r>
            <a:r>
              <a:rPr lang="nb-NO" dirty="0"/>
              <a:t> Test </a:t>
            </a:r>
            <a:r>
              <a:rPr lang="nb-NO" dirty="0" err="1"/>
              <a:t>Instances</a:t>
            </a:r>
            <a:r>
              <a:rPr lang="nb-NO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Capacity (Delta)</a:t>
            </a:r>
          </a:p>
        </p:txBody>
      </p:sp>
      <p:pic>
        <p:nvPicPr>
          <p:cNvPr id="3" name="Picture 2" descr="plot_pct_delta_by_batteryC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238209"/>
            <a:ext cx="5334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4" y="4617350"/>
            <a:ext cx="74104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Observation: Smaller batteries (350 kWh) show higher delta (~6%), while larger batteries (750 kWh) show much lower (~3%).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Reasoning: With small batteries, trucks need more charging stops, making synchronization of breaks and charging more impactful. Larger batteries extend range, so fewer stops are needed, reducing differences.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Consumption Rates (Delta)</a:t>
            </a:r>
          </a:p>
        </p:txBody>
      </p:sp>
      <p:pic>
        <p:nvPicPr>
          <p:cNvPr id="3" name="Picture 2" descr="plot_pct_delta_by_consumption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568" y="1293695"/>
            <a:ext cx="5334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97543" y="4732220"/>
            <a:ext cx="674891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Observation: Delta increases as consumption worsens (1.12 → 2.08 kWh/km).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Reasoning: Inefficient trucks deplete their batteries quickly, requiring more charging and making synchronization more critical. Efficient trucks rarely run into charging constraints, so deltas are smaller.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Charging Power (Delta)</a:t>
            </a:r>
          </a:p>
        </p:txBody>
      </p:sp>
      <p:pic>
        <p:nvPicPr>
          <p:cNvPr id="3" name="Picture 2" descr="plot_pct_delta_by_C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24134"/>
            <a:ext cx="5334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19212" y="4524534"/>
            <a:ext cx="65055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Observation: At 350 kW, deltas are high (~7%). At 1000 kW, they drop to ~3%.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Reasoning: Slow charging magnifies the time savings of partial charging, while fast charging minimizes the difference between strategies.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Distances per CS (Delta)</a:t>
            </a:r>
          </a:p>
        </p:txBody>
      </p:sp>
      <p:pic>
        <p:nvPicPr>
          <p:cNvPr id="3" name="Picture 2" descr="plot_pct_delta_by_distancesPer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109" y="1097280"/>
            <a:ext cx="5334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4629" y="4812632"/>
            <a:ext cx="7818321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Observation: Deltas are lower with dense CS networks (40 km) and higher when stations are sparser (60–100 km).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Reasoning: Sparse infrastructure limits options, so synchronization and partial charging matter more. With frequent stations, flexibility is higher and strategies converge.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Capacity (Box Plot)</a:t>
            </a:r>
          </a:p>
        </p:txBody>
      </p:sp>
      <p:pic>
        <p:nvPicPr>
          <p:cNvPr id="3" name="Picture 2" descr="plot_pct_delta_box_by_batteryC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40" y="1097280"/>
            <a:ext cx="5334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4668113"/>
            <a:ext cx="669607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Observation: Spread and outliers are much larger for small batteries, shrinking with capacity.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Reasoning: With limited energy, charging needs are unpredictable, creating variability. Large batteries stabilize the schedule.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Consumption Rates (Box Plot)</a:t>
            </a:r>
          </a:p>
        </p:txBody>
      </p:sp>
      <p:pic>
        <p:nvPicPr>
          <p:cNvPr id="3" name="Picture 2" descr="plot_pct_delta_box_by_consumption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257459"/>
            <a:ext cx="5334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4290060"/>
            <a:ext cx="8188717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Observation: Both median and spread grow as consumption worsens.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Reasoning: High consumption forces more charging and increases sensitivity to when and where charging is done.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Charging Power (Box Plot)</a:t>
            </a:r>
          </a:p>
        </p:txBody>
      </p:sp>
      <p:pic>
        <p:nvPicPr>
          <p:cNvPr id="3" name="Picture 2" descr="plot_pct_delta_box_by_C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097280"/>
            <a:ext cx="5334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4488180"/>
            <a:ext cx="6364756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More variability at low CP; distributions are tighter at 1000 kW.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Fast charging reduces the importance of planning, slow charging magnifies differences.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Distances per CS (Box Plot)</a:t>
            </a:r>
          </a:p>
        </p:txBody>
      </p:sp>
      <p:pic>
        <p:nvPicPr>
          <p:cNvPr id="3" name="Picture 2" descr="plot_pct_delta_box_by_distancesPer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1257459"/>
            <a:ext cx="53340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3025" y="4640580"/>
            <a:ext cx="67246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Median deltas grow slightly with longer CS spacing, and variability increases.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Sparse networks amplify constraints and make synchronization valuable.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5BC5-F799-F7A7-E588-A5AD6A1F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FD36-4E89-954C-282E-3ADB9E8527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Equal</a:t>
            </a:r>
            <a:r>
              <a:rPr dirty="0"/>
              <a:t> Case Analysis (Partial vs Full Recharging)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1CDA5-7CF4-C2CB-6EC8-E27155A893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Figures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021243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Equal Cases Overall</a:t>
            </a:r>
          </a:p>
        </p:txBody>
      </p:sp>
      <p:pic>
        <p:nvPicPr>
          <p:cNvPr id="3" name="Picture 2" descr="plot_freq_equal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183005"/>
            <a:ext cx="384048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459605"/>
            <a:ext cx="806005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Majority (~621) are non-equal, but ~135 are equal.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Confirms that partial recharging is usually beneficial, but not universally. Equal cases exist when constraints are mild.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Equal Cases by CPs</a:t>
            </a:r>
          </a:p>
        </p:txBody>
      </p:sp>
      <p:pic>
        <p:nvPicPr>
          <p:cNvPr id="3" name="Picture 2" descr="plot_freq_equal_by_C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1" y="4297680"/>
            <a:ext cx="61836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Many equal cases at 1000 kW, fewer at 350 kW.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With very fast charging, charging time is negligible, so full vs partial recharging doesn’t change results. At low CP, strategies matter more.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Equal Cases by distancesPerCS</a:t>
            </a:r>
          </a:p>
        </p:txBody>
      </p:sp>
      <p:pic>
        <p:nvPicPr>
          <p:cNvPr id="3" name="Picture 2" descr="plot_freq_equal_by_distancesPer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257459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9250" y="4297680"/>
            <a:ext cx="514350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More equal cases when CSs are close (40 km), fewer when far (100 km).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Dense infrastructure gives flexibility, so strategies converge. Sparse networks make partial charging more impactful.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Equal Cases by Testbed</a:t>
            </a:r>
          </a:p>
        </p:txBody>
      </p:sp>
      <p:pic>
        <p:nvPicPr>
          <p:cNvPr id="3" name="Picture 2" descr="plot_freq_equal_by_test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234" y="1174282"/>
            <a:ext cx="512064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8838" y="4514248"/>
            <a:ext cx="6033937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Large variation. TB1 has many equal cases, TB4 has very few.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Route characteristics (time windows, leg distances, slack) determine whether partial charging matters. Some networks are inherently easy.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Equal Cases by Battery Caps</a:t>
            </a:r>
          </a:p>
        </p:txBody>
      </p:sp>
      <p:pic>
        <p:nvPicPr>
          <p:cNvPr id="3" name="Picture 2" descr="plot_freq_equal_by_batteryC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4925" y="4850130"/>
            <a:ext cx="5900783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Almost no equal cases at 350 kWh, but many at 750 kWh.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  <a:defRPr sz="1300"/>
            </a:pPr>
            <a:r>
              <a:rPr dirty="0"/>
              <a:t>Larger batteries reduce charging frequency, so full vs partial becomes irrelevant.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Equal Cases by Consumption Rates</a:t>
            </a:r>
          </a:p>
        </p:txBody>
      </p:sp>
      <p:pic>
        <p:nvPicPr>
          <p:cNvPr id="3" name="Picture 2" descr="plot_freq_equal_by_consumption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7700" y="4392930"/>
            <a:ext cx="7362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Most equal cases at low consumption (1.12), very few at high consumption (2.08).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Efficient trucks need little charging, so strategies don’t differ. Inefficient trucks amplify benefits of partial charging.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/>
              <a:t>Battery capacity: Larger batteries reduce the need for charging and variability.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Consumption rates: Inefficient trucks show the highest benefit from partial charging.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Charging power: Slow charging magnifies benefits of synchronization, fast charging reduces them.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Charging station density: Sparse networks increase the value of partial charging.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Equal cases: Most scenarios benefit from partial charging, but in unconstrained setups (big battery, fast charging, dense CS), full and partial yield the same results.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26FE1-F326-E961-96E4-59A1D62A5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7B423D-C3B0-6E13-F97D-93A7B947E68C}"/>
              </a:ext>
            </a:extLst>
          </p:cNvPr>
          <p:cNvSpPr/>
          <p:nvPr/>
        </p:nvSpPr>
        <p:spPr>
          <a:xfrm>
            <a:off x="0" y="-121920"/>
            <a:ext cx="9143771" cy="831850"/>
          </a:xfrm>
          <a:prstGeom prst="rect">
            <a:avLst/>
          </a:prstGeom>
          <a:solidFill>
            <a:srgbClr val="0B3A5B"/>
          </a:solidFill>
          <a:ln/>
        </p:spPr>
        <p:txBody>
          <a:bodyPr wrap="square" lIns="5715" tIns="5715" rIns="5715" bIns="5715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Meeting: 28.01.2026</a:t>
            </a:r>
            <a:endParaRPr lang="en-US" sz="19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FEF616-358B-7C0A-E045-C1012F5E77C7}"/>
              </a:ext>
            </a:extLst>
          </p:cNvPr>
          <p:cNvSpPr/>
          <p:nvPr/>
        </p:nvSpPr>
        <p:spPr>
          <a:xfrm>
            <a:off x="455882" y="2012986"/>
            <a:ext cx="3882548" cy="2660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b-NO" sz="13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8B1899A-4AB1-13E2-F152-9AF8BE51458E}"/>
              </a:ext>
            </a:extLst>
          </p:cNvPr>
          <p:cNvSpPr/>
          <p:nvPr/>
        </p:nvSpPr>
        <p:spPr>
          <a:xfrm>
            <a:off x="455882" y="1954530"/>
            <a:ext cx="3882547" cy="42127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nb-NO" sz="13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B3A89C-A13D-0115-B8D6-777D024903A8}"/>
              </a:ext>
            </a:extLst>
          </p:cNvPr>
          <p:cNvSpPr/>
          <p:nvPr/>
        </p:nvSpPr>
        <p:spPr>
          <a:xfrm>
            <a:off x="582699" y="2053844"/>
            <a:ext cx="362891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Task (paper)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E5C1D06-C2C8-51E9-7F97-9CE0361EFFA3}"/>
              </a:ext>
            </a:extLst>
          </p:cNvPr>
          <p:cNvSpPr/>
          <p:nvPr/>
        </p:nvSpPr>
        <p:spPr>
          <a:xfrm>
            <a:off x="651509" y="2567124"/>
            <a:ext cx="3491751" cy="179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methodology to include partial recharging (DONE).</a:t>
            </a: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the manuscript </a:t>
            </a: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computational result section (waiting for the result and outline)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FAF4B3B-9A8A-EC59-DE24-D870EB8D1064}"/>
              </a:ext>
            </a:extLst>
          </p:cNvPr>
          <p:cNvSpPr/>
          <p:nvPr/>
        </p:nvSpPr>
        <p:spPr>
          <a:xfrm>
            <a:off x="4571885" y="2045534"/>
            <a:ext cx="3971811" cy="2660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nb-NO" sz="13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50855E6-B33C-A603-D26C-573EAA0E6900}"/>
              </a:ext>
            </a:extLst>
          </p:cNvPr>
          <p:cNvSpPr/>
          <p:nvPr/>
        </p:nvSpPr>
        <p:spPr>
          <a:xfrm>
            <a:off x="4571884" y="1954530"/>
            <a:ext cx="3971811" cy="421278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nb-NO" sz="13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A85510C-7CFE-2497-0F80-C55621074B1D}"/>
              </a:ext>
            </a:extLst>
          </p:cNvPr>
          <p:cNvSpPr/>
          <p:nvPr/>
        </p:nvSpPr>
        <p:spPr>
          <a:xfrm>
            <a:off x="4760250" y="2028254"/>
            <a:ext cx="362891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Task (code)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2BAAD1-95B8-2685-C5BB-8B983058C750}"/>
              </a:ext>
            </a:extLst>
          </p:cNvPr>
          <p:cNvSpPr/>
          <p:nvPr/>
        </p:nvSpPr>
        <p:spPr>
          <a:xfrm>
            <a:off x="4828831" y="2513457"/>
            <a:ext cx="3491751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test distributed to the cluster and running the test</a:t>
            </a:r>
          </a:p>
          <a:p>
            <a:pPr marL="171450" indent="-17145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are feasible and initial results for the base scenario is ready.</a:t>
            </a:r>
          </a:p>
          <a:p>
            <a:pPr marL="171450" indent="-171450">
              <a:lnSpc>
                <a:spcPct val="105000"/>
              </a:lnSpc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82834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21CFF-38F3-B66E-CB17-928B82B2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3A9E11-7F35-35C5-E8A2-5174CFC8B761}"/>
              </a:ext>
            </a:extLst>
          </p:cNvPr>
          <p:cNvSpPr/>
          <p:nvPr/>
        </p:nvSpPr>
        <p:spPr>
          <a:xfrm>
            <a:off x="0" y="-121920"/>
            <a:ext cx="9143771" cy="831850"/>
          </a:xfrm>
          <a:prstGeom prst="rect">
            <a:avLst/>
          </a:prstGeom>
          <a:solidFill>
            <a:srgbClr val="0B3A5B"/>
          </a:solidFill>
          <a:ln/>
        </p:spPr>
        <p:txBody>
          <a:bodyPr wrap="square" lIns="5715" tIns="5715" rIns="5715" bIns="5715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Meeting: 28.01.2026</a:t>
            </a:r>
            <a:endParaRPr lang="en-US" sz="1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78C038-1F55-FDEC-1EC9-79408550B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14" y="1006455"/>
            <a:ext cx="8207600" cy="40698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D28F142-0386-1A74-D4F8-939FF902D4F1}"/>
              </a:ext>
            </a:extLst>
          </p:cNvPr>
          <p:cNvSpPr/>
          <p:nvPr/>
        </p:nvSpPr>
        <p:spPr>
          <a:xfrm>
            <a:off x="576943" y="5236029"/>
            <a:ext cx="7924571" cy="1360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In the base-case scenario, partial recharging improves performance by an average of 1,1% compared with the full-recharge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tx1"/>
                </a:solidFill>
              </a:rPr>
              <a:t>Energy </a:t>
            </a:r>
            <a:r>
              <a:rPr lang="nb-NO" sz="1400" dirty="0" err="1">
                <a:solidFill>
                  <a:schemeClr val="tx1"/>
                </a:solidFill>
              </a:rPr>
              <a:t>consumption</a:t>
            </a:r>
            <a:r>
              <a:rPr lang="nb-NO" sz="1400" dirty="0">
                <a:solidFill>
                  <a:schemeClr val="tx1"/>
                </a:solidFill>
              </a:rPr>
              <a:t> scenarios (kWh/km) = [1,49]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tx1"/>
                </a:solidFill>
              </a:rPr>
              <a:t>Inter-CS </a:t>
            </a:r>
            <a:r>
              <a:rPr lang="nb-NO" sz="1400" dirty="0" err="1">
                <a:solidFill>
                  <a:schemeClr val="tx1"/>
                </a:solidFill>
              </a:rPr>
              <a:t>spacing</a:t>
            </a:r>
            <a:r>
              <a:rPr lang="nb-NO" sz="1400" dirty="0">
                <a:solidFill>
                  <a:schemeClr val="tx1"/>
                </a:solidFill>
              </a:rPr>
              <a:t> (km) = [60]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tx1"/>
                </a:solidFill>
              </a:rPr>
              <a:t>Battery </a:t>
            </a:r>
            <a:r>
              <a:rPr lang="nb-NO" sz="1400" dirty="0" err="1">
                <a:solidFill>
                  <a:schemeClr val="tx1"/>
                </a:solidFill>
              </a:rPr>
              <a:t>capacities</a:t>
            </a:r>
            <a:r>
              <a:rPr lang="nb-NO" sz="1400" dirty="0">
                <a:solidFill>
                  <a:schemeClr val="tx1"/>
                </a:solidFill>
              </a:rPr>
              <a:t> (kWh) = [750]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 err="1">
                <a:solidFill>
                  <a:schemeClr val="tx1"/>
                </a:solidFill>
              </a:rPr>
              <a:t>Charging</a:t>
            </a:r>
            <a:r>
              <a:rPr lang="nb-NO" sz="1400" dirty="0">
                <a:solidFill>
                  <a:schemeClr val="tx1"/>
                </a:solidFill>
              </a:rPr>
              <a:t> </a:t>
            </a:r>
            <a:r>
              <a:rPr lang="nb-NO" sz="1400" dirty="0" err="1">
                <a:solidFill>
                  <a:schemeClr val="tx1"/>
                </a:solidFill>
              </a:rPr>
              <a:t>power</a:t>
            </a:r>
            <a:r>
              <a:rPr lang="nb-NO" sz="1400" dirty="0">
                <a:solidFill>
                  <a:schemeClr val="tx1"/>
                </a:solidFill>
              </a:rPr>
              <a:t> (kW)= [350]</a:t>
            </a:r>
          </a:p>
        </p:txBody>
      </p:sp>
    </p:spTree>
    <p:extLst>
      <p:ext uri="{BB962C8B-B14F-4D97-AF65-F5344CB8AC3E}">
        <p14:creationId xmlns:p14="http://schemas.microsoft.com/office/powerpoint/2010/main" val="3251454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0FF6-033A-E9AE-6D30-F881E407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C4B0F9-1844-A68F-7C7D-6976696A9956}"/>
              </a:ext>
            </a:extLst>
          </p:cNvPr>
          <p:cNvSpPr/>
          <p:nvPr/>
        </p:nvSpPr>
        <p:spPr>
          <a:xfrm>
            <a:off x="0" y="-121920"/>
            <a:ext cx="9143771" cy="831850"/>
          </a:xfrm>
          <a:prstGeom prst="rect">
            <a:avLst/>
          </a:prstGeom>
          <a:solidFill>
            <a:srgbClr val="0B3A5B"/>
          </a:solidFill>
          <a:ln/>
        </p:spPr>
        <p:txBody>
          <a:bodyPr wrap="square" lIns="5715" tIns="5715" rIns="5715" bIns="5715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Meeting: 28.01.2026</a:t>
            </a:r>
            <a:endParaRPr lang="en-US" sz="1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95832D-0B3A-9D4E-4ECA-7606251F3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14" y="1006455"/>
            <a:ext cx="8207600" cy="40698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E321D98-1013-EF7E-B98E-6F80CB83336E}"/>
              </a:ext>
            </a:extLst>
          </p:cNvPr>
          <p:cNvSpPr/>
          <p:nvPr/>
        </p:nvSpPr>
        <p:spPr>
          <a:xfrm>
            <a:off x="576943" y="5236029"/>
            <a:ext cx="7924571" cy="1360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In the base-case scenario, partial recharging improves performance by an average of 1,1% compared with the full-recharge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tx1"/>
                </a:solidFill>
              </a:rPr>
              <a:t>Energy </a:t>
            </a:r>
            <a:r>
              <a:rPr lang="nb-NO" sz="1400" dirty="0" err="1">
                <a:solidFill>
                  <a:schemeClr val="tx1"/>
                </a:solidFill>
              </a:rPr>
              <a:t>consumption</a:t>
            </a:r>
            <a:r>
              <a:rPr lang="nb-NO" sz="1400" dirty="0">
                <a:solidFill>
                  <a:schemeClr val="tx1"/>
                </a:solidFill>
              </a:rPr>
              <a:t> scenarios (kWh/km) = [1,49]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tx1"/>
                </a:solidFill>
              </a:rPr>
              <a:t>Inter-CS </a:t>
            </a:r>
            <a:r>
              <a:rPr lang="nb-NO" sz="1400" dirty="0" err="1">
                <a:solidFill>
                  <a:schemeClr val="tx1"/>
                </a:solidFill>
              </a:rPr>
              <a:t>spacing</a:t>
            </a:r>
            <a:r>
              <a:rPr lang="nb-NO" sz="1400" dirty="0">
                <a:solidFill>
                  <a:schemeClr val="tx1"/>
                </a:solidFill>
              </a:rPr>
              <a:t> (km) = [60]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tx1"/>
                </a:solidFill>
              </a:rPr>
              <a:t>Battery </a:t>
            </a:r>
            <a:r>
              <a:rPr lang="nb-NO" sz="1400" dirty="0" err="1">
                <a:solidFill>
                  <a:schemeClr val="tx1"/>
                </a:solidFill>
              </a:rPr>
              <a:t>capacities</a:t>
            </a:r>
            <a:r>
              <a:rPr lang="nb-NO" sz="1400" dirty="0">
                <a:solidFill>
                  <a:schemeClr val="tx1"/>
                </a:solidFill>
              </a:rPr>
              <a:t> (kWh) = [750]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 err="1">
                <a:solidFill>
                  <a:schemeClr val="tx1"/>
                </a:solidFill>
              </a:rPr>
              <a:t>Charging</a:t>
            </a:r>
            <a:r>
              <a:rPr lang="nb-NO" sz="1400" dirty="0">
                <a:solidFill>
                  <a:schemeClr val="tx1"/>
                </a:solidFill>
              </a:rPr>
              <a:t> </a:t>
            </a:r>
            <a:r>
              <a:rPr lang="nb-NO" sz="1400" dirty="0" err="1">
                <a:solidFill>
                  <a:schemeClr val="tx1"/>
                </a:solidFill>
              </a:rPr>
              <a:t>power</a:t>
            </a:r>
            <a:r>
              <a:rPr lang="nb-NO" sz="1400" dirty="0">
                <a:solidFill>
                  <a:schemeClr val="tx1"/>
                </a:solidFill>
              </a:rPr>
              <a:t> (kW)= [350]</a:t>
            </a:r>
          </a:p>
        </p:txBody>
      </p:sp>
    </p:spTree>
    <p:extLst>
      <p:ext uri="{BB962C8B-B14F-4D97-AF65-F5344CB8AC3E}">
        <p14:creationId xmlns:p14="http://schemas.microsoft.com/office/powerpoint/2010/main" val="3178612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043D1-02FE-76EF-0419-19C4AE20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1AE35E-9D7E-DEDE-3A7B-4E87BFF94388}"/>
              </a:ext>
            </a:extLst>
          </p:cNvPr>
          <p:cNvSpPr/>
          <p:nvPr/>
        </p:nvSpPr>
        <p:spPr>
          <a:xfrm>
            <a:off x="0" y="-121920"/>
            <a:ext cx="9143771" cy="831850"/>
          </a:xfrm>
          <a:prstGeom prst="rect">
            <a:avLst/>
          </a:prstGeom>
          <a:solidFill>
            <a:srgbClr val="0B3A5B"/>
          </a:solidFill>
          <a:ln/>
        </p:spPr>
        <p:txBody>
          <a:bodyPr wrap="square" lIns="5715" tIns="5715" rIns="5715" bIns="5715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Meeting: 28.01.2026</a:t>
            </a:r>
            <a:endParaRPr lang="en-US" sz="19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EEFF9C-7727-185C-EDCF-B5F28D9F9122}"/>
              </a:ext>
            </a:extLst>
          </p:cNvPr>
          <p:cNvSpPr/>
          <p:nvPr/>
        </p:nvSpPr>
        <p:spPr>
          <a:xfrm>
            <a:off x="868680" y="1536192"/>
            <a:ext cx="5696712" cy="36027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Solution time and </a:t>
            </a:r>
            <a:r>
              <a:rPr lang="nb-NO" dirty="0" err="1"/>
              <a:t>optimality</a:t>
            </a:r>
            <a:r>
              <a:rPr lang="nb-NO" dirty="0"/>
              <a:t> full </a:t>
            </a:r>
            <a:r>
              <a:rPr lang="nb-NO" dirty="0" err="1"/>
              <a:t>vs</a:t>
            </a:r>
            <a:r>
              <a:rPr lang="nb-NO" dirty="0"/>
              <a:t> </a:t>
            </a:r>
            <a:r>
              <a:rPr lang="nb-NO" dirty="0" err="1"/>
              <a:t>partial</a:t>
            </a: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Compare</a:t>
            </a:r>
            <a:r>
              <a:rPr lang="nb-NO" dirty="0"/>
              <a:t> </a:t>
            </a:r>
            <a:r>
              <a:rPr lang="nb-NO" dirty="0" err="1"/>
              <a:t>partial</a:t>
            </a:r>
            <a:r>
              <a:rPr lang="nb-NO" dirty="0"/>
              <a:t> </a:t>
            </a:r>
            <a:r>
              <a:rPr lang="nb-NO" dirty="0" err="1"/>
              <a:t>vs</a:t>
            </a:r>
            <a:r>
              <a:rPr lang="nb-NO" dirty="0"/>
              <a:t> </a:t>
            </a:r>
            <a:r>
              <a:rPr lang="nb-NO" dirty="0" err="1"/>
              <a:t>greedy</a:t>
            </a:r>
            <a:r>
              <a:rPr lang="nb-NO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Comparison</a:t>
            </a:r>
            <a:r>
              <a:rPr lang="nb-NO" dirty="0"/>
              <a:t> </a:t>
            </a:r>
            <a:r>
              <a:rPr lang="nb-NO" dirty="0" err="1"/>
              <a:t>partial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disel</a:t>
            </a:r>
            <a:r>
              <a:rPr lang="nb-NO" dirty="0"/>
              <a:t> (LB)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When</a:t>
            </a:r>
            <a:r>
              <a:rPr lang="nb-NO" dirty="0"/>
              <a:t> </a:t>
            </a:r>
            <a:r>
              <a:rPr lang="nb-NO" dirty="0" err="1"/>
              <a:t>partial</a:t>
            </a:r>
            <a:r>
              <a:rPr lang="nb-NO" dirty="0"/>
              <a:t> </a:t>
            </a:r>
            <a:r>
              <a:rPr lang="nb-NO" dirty="0" err="1"/>
              <a:t>strategy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be </a:t>
            </a:r>
            <a:r>
              <a:rPr lang="nb-NO" dirty="0" err="1"/>
              <a:t>helpfull</a:t>
            </a:r>
            <a:r>
              <a:rPr lang="nb-NO" dirty="0"/>
              <a:t> in case </a:t>
            </a:r>
            <a:r>
              <a:rPr lang="nb-NO" dirty="0" err="1"/>
              <a:t>of</a:t>
            </a:r>
            <a:r>
              <a:rPr lang="nb-NO" dirty="0"/>
              <a:t> different </a:t>
            </a:r>
            <a:r>
              <a:rPr lang="nb-NO" dirty="0" err="1"/>
              <a:t>class</a:t>
            </a:r>
            <a:r>
              <a:rPr lang="nb-NO" dirty="0"/>
              <a:t> (problem </a:t>
            </a:r>
            <a:r>
              <a:rPr lang="nb-NO" dirty="0" err="1"/>
              <a:t>size</a:t>
            </a:r>
            <a:r>
              <a:rPr lang="nb-NO" dirty="0"/>
              <a:t>, </a:t>
            </a:r>
            <a:r>
              <a:rPr lang="nb-NO" dirty="0" err="1"/>
              <a:t>balanced</a:t>
            </a:r>
            <a:r>
              <a:rPr lang="nb-NO" dirty="0"/>
              <a:t> or </a:t>
            </a:r>
            <a:r>
              <a:rPr lang="nb-NO" dirty="0" err="1"/>
              <a:t>unbalanced</a:t>
            </a:r>
            <a:r>
              <a:rPr lang="nb-NO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 err="1"/>
              <a:t>Appendix</a:t>
            </a:r>
            <a:r>
              <a:rPr lang="nb-NO" dirty="0"/>
              <a:t> </a:t>
            </a:r>
            <a:r>
              <a:rPr lang="nb-NO" dirty="0" err="1"/>
              <a:t>may</a:t>
            </a:r>
            <a:r>
              <a:rPr lang="nb-NO" dirty="0"/>
              <a:t> be </a:t>
            </a:r>
            <a:r>
              <a:rPr lang="nb-NO" dirty="0" err="1"/>
              <a:t>can</a:t>
            </a:r>
            <a:r>
              <a:rPr lang="nb-NO" dirty="0"/>
              <a:t> have full </a:t>
            </a:r>
            <a:r>
              <a:rPr lang="nb-NO" dirty="0" err="1"/>
              <a:t>table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45 </a:t>
            </a:r>
            <a:r>
              <a:rPr lang="nb-NO" dirty="0" err="1"/>
              <a:t>rows</a:t>
            </a:r>
            <a:r>
              <a:rPr lang="nb-NO" dirty="0"/>
              <a:t> and </a:t>
            </a:r>
            <a:r>
              <a:rPr lang="nb-NO" dirty="0" err="1"/>
              <a:t>cloumns</a:t>
            </a:r>
            <a:r>
              <a:rPr lang="nb-NO" dirty="0"/>
              <a:t> like </a:t>
            </a:r>
            <a:r>
              <a:rPr lang="nb-NO" dirty="0" err="1"/>
              <a:t>route</a:t>
            </a:r>
            <a:r>
              <a:rPr lang="nb-NO" dirty="0"/>
              <a:t> time, </a:t>
            </a:r>
            <a:r>
              <a:rPr lang="nb-NO" dirty="0" err="1"/>
              <a:t>computational</a:t>
            </a:r>
            <a:r>
              <a:rPr lang="nb-NO" dirty="0"/>
              <a:t> time, </a:t>
            </a:r>
            <a:r>
              <a:rPr lang="nb-NO" dirty="0" err="1"/>
              <a:t>labels</a:t>
            </a:r>
            <a:r>
              <a:rPr lang="nb-NO" dirty="0"/>
              <a:t> </a:t>
            </a:r>
            <a:r>
              <a:rPr lang="nb-NO" dirty="0" err="1"/>
              <a:t>generated</a:t>
            </a:r>
            <a:r>
              <a:rPr lang="nb-NO" dirty="0"/>
              <a:t> and </a:t>
            </a:r>
            <a:r>
              <a:rPr lang="nb-NO" dirty="0" err="1"/>
              <a:t>dominated</a:t>
            </a:r>
            <a:r>
              <a:rPr lang="nb-NO" dirty="0"/>
              <a:t> for </a:t>
            </a:r>
            <a:r>
              <a:rPr lang="nb-NO" dirty="0" err="1"/>
              <a:t>each</a:t>
            </a:r>
            <a:r>
              <a:rPr lang="nb-NO" dirty="0"/>
              <a:t> </a:t>
            </a:r>
            <a:r>
              <a:rPr lang="nb-NO" dirty="0" err="1"/>
              <a:t>strategy</a:t>
            </a:r>
            <a:r>
              <a:rPr lang="nb-NO" dirty="0"/>
              <a:t> in </a:t>
            </a:r>
            <a:r>
              <a:rPr lang="nb-NO" dirty="0" err="1"/>
              <a:t>main</a:t>
            </a:r>
            <a:r>
              <a:rPr lang="nb-NO" dirty="0"/>
              <a:t> </a:t>
            </a:r>
            <a:r>
              <a:rPr lang="nb-NO" dirty="0" err="1"/>
              <a:t>columns</a:t>
            </a:r>
            <a:endParaRPr lang="nb-NO" dirty="0"/>
          </a:p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02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Microsoft Office PowerPoint</Application>
  <PresentationFormat>On-screen Show (4:3)</PresentationFormat>
  <Paragraphs>173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Improvement Case Analysis (Partial vs Full Recharging)</vt:lpstr>
      <vt:lpstr>Improvement Cases Overall</vt:lpstr>
      <vt:lpstr>Improvement Cases by CPs</vt:lpstr>
      <vt:lpstr>Improvement Cases by distancesPerCS</vt:lpstr>
      <vt:lpstr>Improvement Cases by Testbed</vt:lpstr>
      <vt:lpstr>Improvement Cases by Battery Capacity</vt:lpstr>
      <vt:lpstr>Improvement Cases by Consumption Rates</vt:lpstr>
      <vt:lpstr>Key Takeaways from Improvement Analysis</vt:lpstr>
      <vt:lpstr>Sensitivity Analysis of EVTDSP Results with First Set of Test Instances </vt:lpstr>
      <vt:lpstr>Battery Capacity (Delta)</vt:lpstr>
      <vt:lpstr>Consumption Rates (Delta)</vt:lpstr>
      <vt:lpstr>Charging Power (Delta)</vt:lpstr>
      <vt:lpstr>Distances per CS (Delta)</vt:lpstr>
      <vt:lpstr>Battery Capacity (Box Plot)</vt:lpstr>
      <vt:lpstr>Consumption Rates (Box Plot)</vt:lpstr>
      <vt:lpstr>Charging Power (Box Plot)</vt:lpstr>
      <vt:lpstr>Distances per CS (Box Plot)</vt:lpstr>
      <vt:lpstr>Equal Case Analysis (Partial vs Full Recharging)</vt:lpstr>
      <vt:lpstr>Equal Cases Overall</vt:lpstr>
      <vt:lpstr>Equal Cases by CPs</vt:lpstr>
      <vt:lpstr>Equal Cases by distancesPerCS</vt:lpstr>
      <vt:lpstr>Equal Cases by Testbed</vt:lpstr>
      <vt:lpstr>Equal Cases by Battery Caps</vt:lpstr>
      <vt:lpstr>Equal Cases by Consumption Rates</vt:lpstr>
      <vt:lpstr>Key Takeaways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Mostafa Mohammadi</cp:lastModifiedBy>
  <cp:revision>6</cp:revision>
  <dcterms:created xsi:type="dcterms:W3CDTF">2013-01-27T09:14:16Z</dcterms:created>
  <dcterms:modified xsi:type="dcterms:W3CDTF">2026-02-03T12:06:57Z</dcterms:modified>
  <cp:category/>
</cp:coreProperties>
</file>